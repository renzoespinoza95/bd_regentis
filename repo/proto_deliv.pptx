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2.svg" ContentType="image/svg+xml"/>
  <Override PartName="/ppt/media/image1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61" r:id="rId7"/>
    <p:sldId id="260" r:id="rId8"/>
    <p:sldId id="270" r:id="rId9"/>
    <p:sldId id="315" r:id="rId10"/>
    <p:sldId id="317" r:id="rId11"/>
    <p:sldId id="316" r:id="rId12"/>
    <p:sldId id="318" r:id="rId13"/>
    <p:sldId id="319" r:id="rId14"/>
    <p:sldId id="262" r:id="rId15"/>
    <p:sldId id="280" r:id="rId16"/>
    <p:sldId id="265" r:id="rId17"/>
    <p:sldId id="277" r:id="rId18"/>
    <p:sldId id="274" r:id="rId19"/>
    <p:sldId id="285" r:id="rId20"/>
    <p:sldId id="282" r:id="rId21"/>
    <p:sldId id="284" r:id="rId22"/>
    <p:sldId id="278" r:id="rId23"/>
    <p:sldId id="310" r:id="rId24"/>
    <p:sldId id="311" r:id="rId25"/>
    <p:sldId id="288" r:id="rId26"/>
    <p:sldId id="291" r:id="rId27"/>
    <p:sldId id="276" r:id="rId28"/>
    <p:sldId id="266" r:id="rId29"/>
    <p:sldId id="303" r:id="rId30"/>
    <p:sldId id="299" r:id="rId31"/>
    <p:sldId id="312" r:id="rId32"/>
    <p:sldId id="301" r:id="rId33"/>
    <p:sldId id="313" r:id="rId34"/>
    <p:sldId id="298" r:id="rId35"/>
    <p:sldId id="267" r:id="rId36"/>
    <p:sldId id="275" r:id="rId37"/>
    <p:sldId id="320" r:id="rId38"/>
    <p:sldId id="322" r:id="rId39"/>
    <p:sldId id="321" r:id="rId40"/>
    <p:sldId id="327" r:id="rId41"/>
    <p:sldId id="281" r:id="rId42"/>
    <p:sldId id="286" r:id="rId43"/>
    <p:sldId id="292" r:id="rId44"/>
    <p:sldId id="297" r:id="rId45"/>
    <p:sldId id="289" r:id="rId46"/>
    <p:sldId id="290" r:id="rId47"/>
    <p:sldId id="300" r:id="rId48"/>
    <p:sldId id="296" r:id="rId49"/>
    <p:sldId id="333" r:id="rId50"/>
    <p:sldId id="342" r:id="rId51"/>
    <p:sldId id="343" r:id="rId52"/>
    <p:sldId id="355" r:id="rId53"/>
    <p:sldId id="376" r:id="rId54"/>
    <p:sldId id="377" r:id="rId55"/>
    <p:sldId id="378" r:id="rId56"/>
    <p:sldId id="379" r:id="rId57"/>
    <p:sldId id="356" r:id="rId58"/>
    <p:sldId id="361" r:id="rId59"/>
    <p:sldId id="380" r:id="rId60"/>
    <p:sldId id="381" r:id="rId61"/>
    <p:sldId id="382" r:id="rId62"/>
    <p:sldId id="383" r:id="rId63"/>
    <p:sldId id="384" r:id="rId64"/>
    <p:sldId id="385" r:id="rId65"/>
    <p:sldId id="386" r:id="rId66"/>
    <p:sldId id="387" r:id="rId67"/>
    <p:sldId id="388" r:id="rId68"/>
    <p:sldId id="389" r:id="rId69"/>
    <p:sldId id="362" r:id="rId70"/>
    <p:sldId id="363" r:id="rId71"/>
    <p:sldId id="344" r:id="rId72"/>
    <p:sldId id="348" r:id="rId73"/>
    <p:sldId id="364" r:id="rId74"/>
    <p:sldId id="365" r:id="rId75"/>
    <p:sldId id="366" r:id="rId76"/>
    <p:sldId id="367" r:id="rId77"/>
    <p:sldId id="368" r:id="rId78"/>
    <p:sldId id="369" r:id="rId79"/>
    <p:sldId id="370" r:id="rId80"/>
    <p:sldId id="371" r:id="rId81"/>
    <p:sldId id="372" r:id="rId82"/>
    <p:sldId id="373" r:id="rId83"/>
    <p:sldId id="374" r:id="rId84"/>
    <p:sldId id="375" r:id="rId85"/>
    <p:sldId id="349" r:id="rId86"/>
    <p:sldId id="350" r:id="rId87"/>
    <p:sldId id="351" r:id="rId88"/>
    <p:sldId id="352" r:id="rId89"/>
    <p:sldId id="353" r:id="rId90"/>
    <p:sldId id="354" r:id="rId91"/>
    <p:sldId id="345" r:id="rId92"/>
    <p:sldId id="346" r:id="rId93"/>
    <p:sldId id="347" r:id="rId94"/>
    <p:sldId id="336" r:id="rId95"/>
    <p:sldId id="337" r:id="rId96"/>
    <p:sldId id="338" r:id="rId97"/>
    <p:sldId id="334" r:id="rId98"/>
    <p:sldId id="335" r:id="rId99"/>
    <p:sldId id="339" r:id="rId100"/>
    <p:sldId id="340" r:id="rId101"/>
    <p:sldId id="287" r:id="rId102"/>
    <p:sldId id="309" r:id="rId103"/>
    <p:sldId id="341" r:id="rId104"/>
    <p:sldId id="314" r:id="rId105"/>
    <p:sldId id="332" r:id="rId106"/>
    <p:sldId id="331" r:id="rId107"/>
    <p:sldId id="329" r:id="rId108"/>
    <p:sldId id="325" r:id="rId109"/>
    <p:sldId id="324" r:id="rId110"/>
    <p:sldId id="323" r:id="rId1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94" autoAdjust="0"/>
    <p:restoredTop sz="94206" autoAdjust="0"/>
  </p:normalViewPr>
  <p:slideViewPr>
    <p:cSldViewPr snapToGrid="0">
      <p:cViewPr varScale="1">
        <p:scale>
          <a:sx n="104" d="100"/>
          <a:sy n="104" d="100"/>
        </p:scale>
        <p:origin x="15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5" Type="http://schemas.openxmlformats.org/officeDocument/2006/relationships/commentAuthors" Target="commentAuthors.xml"/><Relationship Id="rId114" Type="http://schemas.openxmlformats.org/officeDocument/2006/relationships/tableStyles" Target="tableStyles.xml"/><Relationship Id="rId113" Type="http://schemas.openxmlformats.org/officeDocument/2006/relationships/viewProps" Target="viewProps.xml"/><Relationship Id="rId112" Type="http://schemas.openxmlformats.org/officeDocument/2006/relationships/presProps" Target="presProps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B1396-7172-4ACB-A02A-F0DD964853A3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9518-B730-42C3-A292-8C7939B8FD6A}" type="slidenum">
              <a:rPr lang="es-PE" smtClean="0"/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slide" Target="slide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8.xml"/><Relationship Id="rId2" Type="http://schemas.openxmlformats.org/officeDocument/2006/relationships/image" Target="../media/image2.jpeg"/><Relationship Id="rId1" Type="http://schemas.openxmlformats.org/officeDocument/2006/relationships/slide" Target="slide4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" Target="slide4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slide" Target="slide25.xml"/><Relationship Id="rId4" Type="http://schemas.openxmlformats.org/officeDocument/2006/relationships/slide" Target="slide19.xml"/><Relationship Id="rId3" Type="http://schemas.openxmlformats.org/officeDocument/2006/relationships/image" Target="../media/image1.jpeg"/><Relationship Id="rId2" Type="http://schemas.openxmlformats.org/officeDocument/2006/relationships/slide" Target="slide17.xml"/><Relationship Id="rId1" Type="http://schemas.openxmlformats.org/officeDocument/2006/relationships/slide" Target="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42.xml"/><Relationship Id="rId1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42.xml"/><Relationship Id="rId1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18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9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image" Target="../media/image33.jpeg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38.png"/><Relationship Id="rId4" Type="http://schemas.openxmlformats.org/officeDocument/2006/relationships/tags" Target="../tags/tag3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image" Target="../media/image37.png"/><Relationship Id="rId31" Type="http://schemas.openxmlformats.org/officeDocument/2006/relationships/tags" Target="../tags/tag27.xml"/><Relationship Id="rId30" Type="http://schemas.openxmlformats.org/officeDocument/2006/relationships/image" Target="../media/image36.png"/><Relationship Id="rId3" Type="http://schemas.openxmlformats.org/officeDocument/2006/relationships/tags" Target="../tags/tag2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33.jpe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9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1.xml"/><Relationship Id="rId2" Type="http://schemas.openxmlformats.org/officeDocument/2006/relationships/image" Target="../media/image36.png"/><Relationship Id="rId1" Type="http://schemas.openxmlformats.org/officeDocument/2006/relationships/tags" Target="../tags/tag3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: esquinas redondeadas 3"/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: esquinas redondeadas 6"/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8" name="Rectángulo: esquinas redondeadas 7"/>
          <p:cNvSpPr/>
          <p:nvPr/>
        </p:nvSpPr>
        <p:spPr>
          <a:xfrm>
            <a:off x="1095373" y="29048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/>
          <p:cNvSpPr txBox="1"/>
          <p:nvPr/>
        </p:nvSpPr>
        <p:spPr>
          <a:xfrm>
            <a:off x="911843" y="19963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85788" y="328613"/>
            <a:ext cx="29003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/>
          <p:cNvSpPr txBox="1"/>
          <p:nvPr/>
        </p:nvSpPr>
        <p:spPr>
          <a:xfrm>
            <a:off x="1921492" y="12110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009775" y="4604265"/>
            <a:ext cx="4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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495859" y="328613"/>
            <a:ext cx="4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52848" y="128117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5248068" y="1914148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¿Cómo te identificas?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462155" y="177082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2506402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692113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55235" y="588847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9" name="Rectángulo: esquinas redondeadas 18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20" name="Conector recto 19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/>
          <p:cNvSpPr/>
          <p:nvPr/>
        </p:nvSpPr>
        <p:spPr>
          <a:xfrm>
            <a:off x="1247773" y="30572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: esquinas redondeadas 21"/>
          <p:cNvSpPr/>
          <p:nvPr/>
        </p:nvSpPr>
        <p:spPr>
          <a:xfrm>
            <a:off x="4648201" y="3074494"/>
            <a:ext cx="1800972" cy="58578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altLang="es-PE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CLIENTE</a:t>
            </a:r>
            <a:endParaRPr lang="es-MX" altLang="es-PE" sz="1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Rectángulo: esquinas redondeadas 22"/>
          <p:cNvSpPr/>
          <p:nvPr/>
        </p:nvSpPr>
        <p:spPr>
          <a:xfrm>
            <a:off x="6622926" y="3074494"/>
            <a:ext cx="1589937" cy="5857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entury Gothic" panose="020B0502020202020204" pitchFamily="34" charset="0"/>
              </a:rPr>
              <a:t>NEGOCIO</a:t>
            </a:r>
            <a:endParaRPr lang="es-MX" sz="14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8646242" y="1130556"/>
            <a:ext cx="94288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mod04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latin typeface="FontAwesome" pitchFamily="2" charset="0"/>
              </a:rPr>
              <a:t></a:t>
            </a:r>
            <a:endParaRPr lang="es-PE" sz="8000" dirty="0"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/>
          <p:cNvSpPr txBox="1"/>
          <p:nvPr/>
        </p:nvSpPr>
        <p:spPr>
          <a:xfrm>
            <a:off x="4856141" y="1728351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4" name="Rectángulo: esquinas redondeadas 3"/>
          <p:cNvSpPr/>
          <p:nvPr/>
        </p:nvSpPr>
        <p:spPr>
          <a:xfrm>
            <a:off x="4957762" y="2676225"/>
            <a:ext cx="3034094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Escribe aquí …</a:t>
            </a:r>
            <a:endParaRPr lang="es-PE" sz="13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ángulo: esquinas redondeadas 4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9" name="Conector recto 8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Mod01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/>
          <p:cNvSpPr txBox="1"/>
          <p:nvPr/>
        </p:nvSpPr>
        <p:spPr>
          <a:xfrm>
            <a:off x="5357077" y="1728351"/>
            <a:ext cx="2254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¿Cuál es tu fecha de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Nacimiento?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6" name="Rectángulo: esquinas redondeadas 5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7" name="Conector recto 6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grpSp>
        <p:nvGrpSpPr>
          <p:cNvPr id="14" name="Grupo 13"/>
          <p:cNvGrpSpPr/>
          <p:nvPr/>
        </p:nvGrpSpPr>
        <p:grpSpPr>
          <a:xfrm>
            <a:off x="5890000" y="2964569"/>
            <a:ext cx="1116796" cy="369332"/>
            <a:chOff x="5907592" y="2964569"/>
            <a:chExt cx="1116796" cy="369332"/>
          </a:xfrm>
        </p:grpSpPr>
        <p:sp>
          <p:nvSpPr>
            <p:cNvPr id="12" name="Rectángulo 11"/>
            <p:cNvSpPr/>
            <p:nvPr/>
          </p:nvSpPr>
          <p:spPr>
            <a:xfrm>
              <a:off x="5907592" y="3021221"/>
              <a:ext cx="1041848" cy="2560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latin typeface="Century Gothic" panose="020B0502020202020204" pitchFamily="34" charset="0"/>
                </a:rPr>
                <a:t>mayo</a:t>
              </a:r>
              <a:endParaRPr lang="es-PE" sz="1400" dirty="0">
                <a:latin typeface="Century Gothic" panose="020B0502020202020204" pitchFamily="34" charset="0"/>
              </a:endParaRPr>
            </a:p>
          </p:txBody>
        </p:sp>
        <p:sp>
          <p:nvSpPr>
            <p:cNvPr id="13" name="CuadroTexto 12"/>
            <p:cNvSpPr txBox="1"/>
            <p:nvPr/>
          </p:nvSpPr>
          <p:spPr>
            <a:xfrm>
              <a:off x="6617209" y="2964569"/>
              <a:ext cx="407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FontAwesome" pitchFamily="2" charset="0"/>
                </a:rPr>
                <a:t> </a:t>
              </a:r>
              <a:r>
                <a:rPr lang="es-PE" dirty="0">
                  <a:latin typeface="FontAwesome" pitchFamily="2" charset="0"/>
                </a:rPr>
                <a:t>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5057170" y="2964569"/>
            <a:ext cx="810656" cy="369332"/>
            <a:chOff x="5057170" y="2964569"/>
            <a:chExt cx="810656" cy="369332"/>
          </a:xfrm>
        </p:grpSpPr>
        <p:sp>
          <p:nvSpPr>
            <p:cNvPr id="10" name="Rectángulo 9"/>
            <p:cNvSpPr/>
            <p:nvPr/>
          </p:nvSpPr>
          <p:spPr>
            <a:xfrm>
              <a:off x="5057170" y="3013988"/>
              <a:ext cx="738856" cy="2560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latin typeface="Century Gothic" panose="020B0502020202020204" pitchFamily="34" charset="0"/>
                </a:rPr>
                <a:t>10</a:t>
              </a:r>
              <a:endParaRPr lang="es-PE" sz="1400" dirty="0">
                <a:latin typeface="Century Gothic" panose="020B0502020202020204" pitchFamily="34" charset="0"/>
              </a:endParaRPr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5448773" y="2964569"/>
              <a:ext cx="419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FontAwesome" pitchFamily="2" charset="0"/>
                </a:rPr>
                <a:t> </a:t>
              </a:r>
              <a:r>
                <a:rPr lang="es-PE" dirty="0">
                  <a:latin typeface="FontAwesome" pitchFamily="2" charset="0"/>
                </a:rPr>
                <a:t>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7028971" y="2957338"/>
            <a:ext cx="1022864" cy="369332"/>
            <a:chOff x="7028971" y="2957338"/>
            <a:chExt cx="1022864" cy="369332"/>
          </a:xfrm>
        </p:grpSpPr>
        <p:sp>
          <p:nvSpPr>
            <p:cNvPr id="11" name="Rectángulo 10"/>
            <p:cNvSpPr/>
            <p:nvPr/>
          </p:nvSpPr>
          <p:spPr>
            <a:xfrm>
              <a:off x="7028971" y="3021220"/>
              <a:ext cx="967999" cy="2560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latin typeface="Century Gothic" panose="020B0502020202020204" pitchFamily="34" charset="0"/>
                </a:rPr>
                <a:t>1990</a:t>
              </a:r>
              <a:endParaRPr lang="es-PE" sz="1400" dirty="0">
                <a:latin typeface="Century Gothic" panose="020B0502020202020204" pitchFamily="34" charset="0"/>
              </a:endParaRPr>
            </a:p>
          </p:txBody>
        </p:sp>
        <p:sp>
          <p:nvSpPr>
            <p:cNvPr id="3" name="CuadroTexto 2"/>
            <p:cNvSpPr txBox="1"/>
            <p:nvPr/>
          </p:nvSpPr>
          <p:spPr>
            <a:xfrm>
              <a:off x="7644656" y="2957338"/>
              <a:ext cx="407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FontAwesome" pitchFamily="2" charset="0"/>
                </a:rPr>
                <a:t> </a:t>
              </a:r>
              <a:r>
                <a:rPr lang="es-PE" dirty="0">
                  <a:latin typeface="FontAwesome" pitchFamily="2" charset="0"/>
                </a:rPr>
                <a:t></a:t>
              </a:r>
              <a:endParaRPr lang="es-PE" dirty="0">
                <a:latin typeface="FontAwesome" pitchFamily="2" charset="0"/>
              </a:endParaRPr>
            </a:p>
          </p:txBody>
        </p:sp>
      </p:grpSp>
      <p:sp>
        <p:nvSpPr>
          <p:cNvPr id="16" name="CuadroTexto 15"/>
          <p:cNvSpPr txBox="1"/>
          <p:nvPr/>
        </p:nvSpPr>
        <p:spPr>
          <a:xfrm>
            <a:off x="8646242" y="1130556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mod02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ángulo: esquinas redondeadas 16">
            <a:hlinkClick r:id="rId2" action="ppaction://hlinksldjump"/>
          </p:cNvPr>
          <p:cNvSpPr/>
          <p:nvPr/>
        </p:nvSpPr>
        <p:spPr>
          <a:xfrm>
            <a:off x="885501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9589129" y="608599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CLIE</a:t>
            </a:r>
            <a:endParaRPr lang="es-PE" sz="14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/>
          <p:cNvSpPr txBox="1"/>
          <p:nvPr/>
        </p:nvSpPr>
        <p:spPr>
          <a:xfrm>
            <a:off x="5098192" y="1728351"/>
            <a:ext cx="2771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¿Cuales son tus intereses?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4" name="Rectángulo: esquinas redondeadas 3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4617720" y="3127248"/>
          <a:ext cx="37673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3474720"/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Compañia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discoteca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Viajar juntos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Amigos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beneficios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Relacion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virtual y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videollamadas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Rectángulo 5"/>
          <p:cNvSpPr/>
          <p:nvPr/>
        </p:nvSpPr>
        <p:spPr>
          <a:xfrm>
            <a:off x="4617720" y="427805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4617720" y="3910583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4617720" y="3558031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4617720" y="315468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646242" y="1130556"/>
            <a:ext cx="311655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Mod03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agregar interés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Compañía para conciertos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de agregar interés se maneja como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recomendación mas desde la misma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cuents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xq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puede agregar servicios 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Impropios y deben ser controlados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274620" y="1314450"/>
            <a:ext cx="3934261" cy="4319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: esquinas redondeadas 12"/>
          <p:cNvSpPr/>
          <p:nvPr/>
        </p:nvSpPr>
        <p:spPr>
          <a:xfrm>
            <a:off x="274620" y="28244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AGREGAR INTERES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  <p:sp>
        <p:nvSpPr>
          <p:cNvPr id="14" name="Rectángulo: esquinas redondeadas 13"/>
          <p:cNvSpPr/>
          <p:nvPr/>
        </p:nvSpPr>
        <p:spPr>
          <a:xfrm>
            <a:off x="614198" y="4234861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AGREGAR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614199" y="2724327"/>
            <a:ext cx="3255101" cy="11080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/>
          <p:cNvSpPr txBox="1"/>
          <p:nvPr/>
        </p:nvSpPr>
        <p:spPr>
          <a:xfrm>
            <a:off x="756095" y="2066905"/>
            <a:ext cx="2832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Que buscas en un hombre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25" name="Rectángulo: esquinas redondeadas 24"/>
          <p:cNvSpPr/>
          <p:nvPr/>
        </p:nvSpPr>
        <p:spPr>
          <a:xfrm>
            <a:off x="4609473" y="3483664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: esquinas redondeadas 25"/>
          <p:cNvSpPr/>
          <p:nvPr/>
        </p:nvSpPr>
        <p:spPr>
          <a:xfrm>
            <a:off x="5932084" y="3483660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: esquinas redondeadas 26"/>
          <p:cNvSpPr/>
          <p:nvPr/>
        </p:nvSpPr>
        <p:spPr>
          <a:xfrm>
            <a:off x="7215148" y="3468903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CuadroTexto 27"/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4975660" y="40228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7557187" y="400509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308601" y="4022810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5179080" y="986008"/>
            <a:ext cx="2651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Sube algunas fotos tuyas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4962724" y="5336284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Sube al menos 3 fotos para continuar, la primera foto será tu foto de perfil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4559340" y="5236257"/>
            <a:ext cx="4924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>
                <a:latin typeface="FontAwesome" pitchFamily="2" charset="0"/>
              </a:rPr>
              <a:t></a:t>
            </a:r>
            <a:endParaRPr lang="es-PE" sz="2400" dirty="0">
              <a:latin typeface="FontAwesome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94146" y="1694064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71071" y="1691666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47996" y="1702657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22" name="CuadroTexto 21"/>
          <p:cNvSpPr txBox="1"/>
          <p:nvPr/>
        </p:nvSpPr>
        <p:spPr>
          <a:xfrm>
            <a:off x="5262701" y="164393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6585312" y="1643928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7892163" y="1650504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mod05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" y="91440"/>
            <a:ext cx="2380488" cy="158592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66" y="1741832"/>
            <a:ext cx="1153178" cy="1567631"/>
          </a:xfrm>
          <a:prstGeom prst="flowChartAlternateProcess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93" y="1741830"/>
            <a:ext cx="1153178" cy="1567631"/>
          </a:xfrm>
          <a:prstGeom prst="flowChartAlternateProcess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1741831"/>
            <a:ext cx="1153178" cy="1567631"/>
          </a:xfrm>
          <a:prstGeom prst="flowChartAlternateProcess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5262701" y="164393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6585312" y="1643928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7892163" y="1650504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5" name="Rectángulo: esquinas redondeadas 24"/>
          <p:cNvSpPr/>
          <p:nvPr/>
        </p:nvSpPr>
        <p:spPr>
          <a:xfrm>
            <a:off x="4609473" y="3483664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: esquinas redondeadas 25"/>
          <p:cNvSpPr/>
          <p:nvPr/>
        </p:nvSpPr>
        <p:spPr>
          <a:xfrm>
            <a:off x="5932084" y="3483660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: esquinas redondeadas 26"/>
          <p:cNvSpPr/>
          <p:nvPr/>
        </p:nvSpPr>
        <p:spPr>
          <a:xfrm>
            <a:off x="7215148" y="3468903"/>
            <a:ext cx="1145671" cy="15676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CuadroTexto 27"/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4975660" y="40228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7557187" y="400509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308601" y="4022810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5570217" y="986008"/>
            <a:ext cx="1869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Fotos para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tu estado de hoy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4962724" y="5336284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Sube al menos 1 o mas diariamente para aumentar las visitas a tu perfil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4601966" y="5324179"/>
            <a:ext cx="4924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>
                <a:latin typeface="FontAwesome" pitchFamily="2" charset="0"/>
              </a:rPr>
              <a:t></a:t>
            </a:r>
            <a:endParaRPr lang="es-PE" sz="2400" dirty="0">
              <a:latin typeface="FontAwesome" pitchFamily="2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mod07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" y="91440"/>
            <a:ext cx="2380488" cy="158592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66" y="1741832"/>
            <a:ext cx="1153178" cy="1567631"/>
          </a:xfrm>
          <a:prstGeom prst="flowChartAlternateProcess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93" y="1741830"/>
            <a:ext cx="1153178" cy="1567631"/>
          </a:xfrm>
          <a:prstGeom prst="flowChartAlternateProcess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1741831"/>
            <a:ext cx="1153178" cy="1567631"/>
          </a:xfrm>
          <a:prstGeom prst="flowChartAlternateProcess">
            <a:avLst/>
          </a:prstGeom>
        </p:spPr>
      </p:pic>
      <p:sp>
        <p:nvSpPr>
          <p:cNvPr id="23" name="CuadroTexto 22"/>
          <p:cNvSpPr txBox="1"/>
          <p:nvPr/>
        </p:nvSpPr>
        <p:spPr>
          <a:xfrm>
            <a:off x="6585312" y="1643928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rgbClr val="FF0000"/>
                </a:solidFill>
                <a:latin typeface="FontAwesome" pitchFamily="2" charset="0"/>
              </a:rPr>
              <a:t></a:t>
            </a:r>
            <a:endParaRPr lang="es-PE" sz="2800" dirty="0">
              <a:solidFill>
                <a:srgbClr val="FF0000"/>
              </a:solidFill>
              <a:latin typeface="FontAwesome" pitchFamily="2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251118" y="3213556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4631675" y="986008"/>
            <a:ext cx="3746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Elige la imagen con la que te verán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mod30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66" y="3628675"/>
            <a:ext cx="1153178" cy="1567631"/>
          </a:xfrm>
          <a:prstGeom prst="flowChartAlternateProcess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93" y="3628673"/>
            <a:ext cx="1153178" cy="1567631"/>
          </a:xfrm>
          <a:prstGeom prst="flowChartAlternateProcess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3628674"/>
            <a:ext cx="1153178" cy="1567631"/>
          </a:xfrm>
          <a:prstGeom prst="flowChartAlternateProcess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9139461" y="3095996"/>
            <a:ext cx="867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VISIBLE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9205878" y="3884714"/>
            <a:ext cx="998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OCULTO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" y="91440"/>
            <a:ext cx="2380488" cy="158592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66" y="1741832"/>
            <a:ext cx="1153178" cy="1567631"/>
          </a:xfrm>
          <a:prstGeom prst="flowChartAlternateProcess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93" y="1741830"/>
            <a:ext cx="1153178" cy="1567631"/>
          </a:xfrm>
          <a:prstGeom prst="flowChartAlternateProcess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1741831"/>
            <a:ext cx="1153178" cy="1567631"/>
          </a:xfrm>
          <a:prstGeom prst="flowChartAlternateProcess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251118" y="3213556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5072507" y="986008"/>
            <a:ext cx="28648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Indica qué imagen tendrá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el efecto IA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mod31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66" y="3628675"/>
            <a:ext cx="1153178" cy="1567631"/>
          </a:xfrm>
          <a:prstGeom prst="flowChartAlternateProcess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93" y="3628673"/>
            <a:ext cx="1153178" cy="1567631"/>
          </a:xfrm>
          <a:prstGeom prst="flowChartAlternateProcess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3628674"/>
            <a:ext cx="1153178" cy="1567631"/>
          </a:xfrm>
          <a:prstGeom prst="flowChartAlternateProcess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9139461" y="3095996"/>
            <a:ext cx="867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VISIBLE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9205878" y="3884714"/>
            <a:ext cx="998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OCULTO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553858" y="3604379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rgbClr val="FF0000"/>
                </a:solidFill>
                <a:latin typeface="FontAwesome" pitchFamily="2" charset="0"/>
              </a:rPr>
              <a:t></a:t>
            </a:r>
            <a:endParaRPr lang="es-PE" sz="2800" dirty="0">
              <a:solidFill>
                <a:srgbClr val="FF0000"/>
              </a:solidFill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" y="91440"/>
            <a:ext cx="2380488" cy="158592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66" y="3488373"/>
            <a:ext cx="1153178" cy="1567631"/>
          </a:xfrm>
          <a:prstGeom prst="flowChartAlternateProcess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93" y="3488371"/>
            <a:ext cx="1153178" cy="1567631"/>
          </a:xfrm>
          <a:prstGeom prst="flowChartAlternateProcess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3488372"/>
            <a:ext cx="1153178" cy="1567631"/>
          </a:xfrm>
          <a:prstGeom prst="flowChartAlternateProcess">
            <a:avLst/>
          </a:prstGeom>
        </p:spPr>
      </p:pic>
      <p:sp>
        <p:nvSpPr>
          <p:cNvPr id="23" name="CuadroTexto 22"/>
          <p:cNvSpPr txBox="1"/>
          <p:nvPr/>
        </p:nvSpPr>
        <p:spPr>
          <a:xfrm>
            <a:off x="6575128" y="3473816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rgbClr val="FF0000"/>
                </a:solidFill>
                <a:latin typeface="FontAwesome" pitchFamily="2" charset="0"/>
              </a:rPr>
              <a:t></a:t>
            </a:r>
            <a:endParaRPr lang="es-PE" sz="2800" dirty="0">
              <a:solidFill>
                <a:srgbClr val="FF0000"/>
              </a:solidFill>
              <a:latin typeface="FontAwesome" pitchFamily="2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251118" y="3213556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5044111" y="548639"/>
            <a:ext cx="2893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b="1" dirty="0">
                <a:latin typeface="Century Gothic" panose="020B0502020202020204" pitchFamily="34" charset="0"/>
              </a:rPr>
              <a:t>¿Qué efectos quieres usar?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4962724" y="5336284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entury Gothic" panose="020B0502020202020204" pitchFamily="34" charset="0"/>
              </a:rPr>
              <a:t>Puedes seleccionar solo un efecto si deseas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4601966" y="5324179"/>
            <a:ext cx="4924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>
                <a:latin typeface="FontAwesome" pitchFamily="2" charset="0"/>
              </a:rPr>
              <a:t></a:t>
            </a:r>
            <a:endParaRPr lang="es-PE" sz="2400" dirty="0">
              <a:latin typeface="FontAwesome" pitchFamily="2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mod32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9139461" y="3095996"/>
            <a:ext cx="867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VISIBLE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9205878" y="3884714"/>
            <a:ext cx="998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OCULTO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233412" y="4892358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entury Gothic" panose="020B0502020202020204" pitchFamily="34" charset="0"/>
              </a:rPr>
              <a:t>Estas fotos son ejemplos donde se ha aplicado los filtros IA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66" y="1324628"/>
            <a:ext cx="1153178" cy="1567631"/>
          </a:xfrm>
          <a:prstGeom prst="flowChartAlternateProcess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93" y="1324626"/>
            <a:ext cx="1153178" cy="1567631"/>
          </a:xfrm>
          <a:prstGeom prst="flowChartAlternateProcess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1324627"/>
            <a:ext cx="1153178" cy="1567631"/>
          </a:xfrm>
          <a:prstGeom prst="flowChartAlternateProcess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496008" y="36679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6004684" y="918947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Mascara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6115292" y="3040453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Fondo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5224602" y="131931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rgbClr val="FF0000"/>
                </a:solidFill>
                <a:latin typeface="FontAwesome" pitchFamily="2" charset="0"/>
              </a:rPr>
              <a:t></a:t>
            </a:r>
            <a:endParaRPr lang="es-PE" sz="2800" dirty="0">
              <a:solidFill>
                <a:srgbClr val="FF0000"/>
              </a:solidFill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NINGUNO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" y="91440"/>
            <a:ext cx="2380488" cy="158592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054" y="2429742"/>
            <a:ext cx="1153178" cy="1567631"/>
          </a:xfrm>
          <a:prstGeom prst="flowChartAlternateProcess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481" y="2429740"/>
            <a:ext cx="1153178" cy="1567631"/>
          </a:xfrm>
          <a:prstGeom prst="flowChartAlternateProcess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251118" y="3213556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4787977" y="986008"/>
            <a:ext cx="3433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Elige la foto que quieres guardar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4962724" y="5336284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entury Gothic" panose="020B0502020202020204" pitchFamily="34" charset="0"/>
              </a:rPr>
              <a:t>La imagen seleccionada se guardará en</a:t>
            </a:r>
            <a:endParaRPr lang="es-ES" sz="1200" dirty="0">
              <a:latin typeface="Century Gothic" panose="020B0502020202020204" pitchFamily="34" charset="0"/>
            </a:endParaRPr>
          </a:p>
          <a:p>
            <a:r>
              <a:rPr lang="es-ES" sz="1200" dirty="0">
                <a:latin typeface="Century Gothic" panose="020B0502020202020204" pitchFamily="34" charset="0"/>
              </a:rPr>
              <a:t>Tu galería de fotos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4601966" y="5324179"/>
            <a:ext cx="4924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>
                <a:latin typeface="FontAwesome" pitchFamily="2" charset="0"/>
              </a:rPr>
              <a:t></a:t>
            </a:r>
            <a:endParaRPr lang="es-PE" sz="2400" dirty="0">
              <a:latin typeface="FontAwesome" pitchFamily="2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mod33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9139461" y="3095996"/>
            <a:ext cx="867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VISIBLE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9205878" y="3884714"/>
            <a:ext cx="998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OCULTO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7" name="Rectángulo: esquinas redondeadas 6">
            <a:hlinkClick r:id="rId3" action="ppaction://hlinksldjump"/>
          </p:cNvPr>
          <p:cNvSpPr/>
          <p:nvPr/>
        </p:nvSpPr>
        <p:spPr>
          <a:xfrm>
            <a:off x="4957762" y="588930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ACEPTAR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233412" y="4892358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entury Gothic" panose="020B0502020202020204" pitchFamily="34" charset="0"/>
              </a:rPr>
              <a:t>Estas fotos son ejemplos donde se ha aplicado los filtros IA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5909652" y="238695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solidFill>
                  <a:srgbClr val="FF0000"/>
                </a:solidFill>
                <a:latin typeface="FontAwesome" pitchFamily="2" charset="0"/>
              </a:rPr>
              <a:t></a:t>
            </a:r>
            <a:endParaRPr lang="es-PE" sz="2800" dirty="0">
              <a:solidFill>
                <a:srgbClr val="FF0000"/>
              </a:solidFill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" y="91440"/>
            <a:ext cx="2380488" cy="158592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977" y="2429740"/>
            <a:ext cx="1153178" cy="1567631"/>
          </a:xfrm>
          <a:prstGeom prst="flowChartAlternateProcess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759" y="2428839"/>
            <a:ext cx="1153178" cy="1567631"/>
          </a:xfrm>
          <a:prstGeom prst="flowChartAlternateProcess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189230" y="167736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251118" y="3213556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5451" y="2727411"/>
            <a:ext cx="4924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200" dirty="0">
                <a:latin typeface="FontAwesome" pitchFamily="2" charset="0"/>
              </a:rPr>
              <a:t></a:t>
            </a:r>
            <a:endParaRPr lang="es-PE" sz="22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4731879" y="986008"/>
            <a:ext cx="3546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Elige que imagen cubrirá tu rostro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343608" y="3515562"/>
            <a:ext cx="286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consectetur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adipiscing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elit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endParaRPr lang="es-ES" sz="1600" b="1" dirty="0">
              <a:latin typeface="Century Gothic" panose="020B0502020202020204" pitchFamily="34" charset="0"/>
            </a:endParaRPr>
          </a:p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justo </a:t>
            </a:r>
            <a:r>
              <a:rPr lang="es-ES" sz="1600" b="1" dirty="0" err="1">
                <a:latin typeface="Century Gothic" panose="020B0502020202020204" pitchFamily="34" charset="0"/>
              </a:rPr>
              <a:t>fringilla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4962724" y="5336284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entury Gothic" panose="020B0502020202020204" pitchFamily="34" charset="0"/>
              </a:rPr>
              <a:t>La imagen seleccionada se aplicará a todas las imágenes recién subidas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4601966" y="5324179"/>
            <a:ext cx="4924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>
                <a:latin typeface="FontAwesome" pitchFamily="2" charset="0"/>
              </a:rPr>
              <a:t></a:t>
            </a:r>
            <a:endParaRPr lang="es-PE" sz="2400" dirty="0">
              <a:latin typeface="FontAwesome" pitchFamily="2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68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mod34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9139461" y="3095996"/>
            <a:ext cx="867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VISIBLE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9205878" y="3884714"/>
            <a:ext cx="998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OCULTO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233412" y="4892358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entury Gothic" panose="020B0502020202020204" pitchFamily="34" charset="0"/>
              </a:rPr>
              <a:t>Estas fotos son ejemplos donde se ha aplicado los filtros IA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4627391" y="2398299"/>
            <a:ext cx="1140350" cy="1628709"/>
            <a:chOff x="2398919" y="1941141"/>
            <a:chExt cx="1140350" cy="1628709"/>
          </a:xfrm>
        </p:grpSpPr>
        <p:sp>
          <p:nvSpPr>
            <p:cNvPr id="14" name="Rectángulo: esquinas redondeadas 13"/>
            <p:cNvSpPr/>
            <p:nvPr/>
          </p:nvSpPr>
          <p:spPr>
            <a:xfrm>
              <a:off x="2398919" y="1965642"/>
              <a:ext cx="1140350" cy="1604208"/>
            </a:xfrm>
            <a:prstGeom prst="roundRect">
              <a:avLst/>
            </a:prstGeom>
            <a:gradFill>
              <a:gsLst>
                <a:gs pos="0">
                  <a:schemeClr val="accent2">
                    <a:satMod val="103000"/>
                    <a:lumMod val="102000"/>
                    <a:tint val="94000"/>
                    <a:alpha val="49000"/>
                  </a:schemeClr>
                </a:gs>
                <a:gs pos="91000">
                  <a:srgbClr val="FF0000"/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</a:gra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3006517" y="1941141"/>
              <a:ext cx="4924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800" dirty="0">
                  <a:solidFill>
                    <a:srgbClr val="FF0000"/>
                  </a:solidFill>
                  <a:latin typeface="FontAwesome" pitchFamily="2" charset="0"/>
                </a:rPr>
                <a:t></a:t>
              </a:r>
              <a:endParaRPr lang="es-PE" sz="2800" dirty="0">
                <a:solidFill>
                  <a:srgbClr val="FF0000"/>
                </a:solidFill>
                <a:latin typeface="FontAwesome" pitchFamily="2" charset="0"/>
              </a:endParaRPr>
            </a:p>
          </p:txBody>
        </p:sp>
      </p:grp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820" y="2428839"/>
            <a:ext cx="1153178" cy="1567631"/>
          </a:xfrm>
          <a:prstGeom prst="flowChartAlternateProcess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329420" y="4455160"/>
            <a:ext cx="876300" cy="1243330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558" y="278892"/>
            <a:ext cx="2738685" cy="2519172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41630" y="22437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94030" y="23961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46430" y="25485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798830" y="27009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6030038" y="1479589"/>
            <a:ext cx="908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4000" dirty="0">
                <a:latin typeface="FontAwesome" pitchFamily="2" charset="0"/>
              </a:rPr>
              <a:t></a:t>
            </a:r>
            <a:endParaRPr lang="es-PE" sz="4000" dirty="0">
              <a:latin typeface="FontAwesome" pitchFamily="2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5228030" y="2345318"/>
            <a:ext cx="251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Comparte tu ubicación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4775507" y="3080935"/>
            <a:ext cx="341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Eso te ayudara a encontrar los locales mas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PE" sz="1200" dirty="0">
                <a:latin typeface="Century Gothic" panose="020B0502020202020204" pitchFamily="34" charset="0"/>
              </a:rPr>
              <a:t>cerca a donde estas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: esquinas redondeadas 7"/>
          <p:cNvSpPr/>
          <p:nvPr/>
        </p:nvSpPr>
        <p:spPr>
          <a:xfrm>
            <a:off x="5420772" y="3920804"/>
            <a:ext cx="2126745" cy="2939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COMPARTIR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8646242" y="1130556"/>
            <a:ext cx="942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mod08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/>
          <p:cNvSpPr txBox="1"/>
          <p:nvPr/>
        </p:nvSpPr>
        <p:spPr>
          <a:xfrm>
            <a:off x="8646242" y="1130556"/>
            <a:ext cx="704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Mod17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923442" y="2345318"/>
            <a:ext cx="11214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@</a:t>
            </a:r>
            <a:r>
              <a:rPr lang="es-MX" altLang="es-ES" sz="1600" b="1" dirty="0">
                <a:latin typeface="Century Gothic" panose="020B0502020202020204" pitchFamily="34" charset="0"/>
              </a:rPr>
              <a:t>Adriana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4538162" y="4330624"/>
            <a:ext cx="3417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Century Gothic" panose="020B0502020202020204" pitchFamily="34" charset="0"/>
              </a:rPr>
              <a:t>Servicios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5805413" y="889953"/>
            <a:ext cx="1357463" cy="135746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16" name="CuadroTexto 15"/>
          <p:cNvSpPr txBox="1"/>
          <p:nvPr/>
        </p:nvSpPr>
        <p:spPr>
          <a:xfrm>
            <a:off x="4523462" y="57152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8" name="Conector recto 17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5093630" y="57152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Mi cuenta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  <p:sp>
        <p:nvSpPr>
          <p:cNvPr id="12" name="Rectángulo: esquinas redondeadas 11">
            <a:hlinkClick r:id="rId2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3" name="Rectángulo: esquinas redondeadas 12"/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ángulo: esquinas redondeadas 16"/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: esquinas redondeadas 18"/>
          <p:cNvSpPr/>
          <p:nvPr/>
        </p:nvSpPr>
        <p:spPr>
          <a:xfrm>
            <a:off x="4608153" y="4046539"/>
            <a:ext cx="3767328" cy="2840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CuadroTexto 20"/>
          <p:cNvSpPr txBox="1"/>
          <p:nvPr/>
        </p:nvSpPr>
        <p:spPr>
          <a:xfrm>
            <a:off x="911843" y="19963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585788" y="328613"/>
            <a:ext cx="29003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CuadroTexto 22"/>
          <p:cNvSpPr txBox="1"/>
          <p:nvPr/>
        </p:nvSpPr>
        <p:spPr>
          <a:xfrm>
            <a:off x="1921492" y="12110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009775" y="4604265"/>
            <a:ext cx="4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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495859" y="328613"/>
            <a:ext cx="4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452848" y="128117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462155" y="177082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2506402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1692113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855235" y="588847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32" name="Rectángulo: esquinas redondeadas 31"/>
          <p:cNvSpPr/>
          <p:nvPr/>
        </p:nvSpPr>
        <p:spPr>
          <a:xfrm>
            <a:off x="5864044" y="2782215"/>
            <a:ext cx="248844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CuadroTexto 32"/>
          <p:cNvSpPr txBox="1"/>
          <p:nvPr/>
        </p:nvSpPr>
        <p:spPr>
          <a:xfrm>
            <a:off x="4538991" y="3749106"/>
            <a:ext cx="1516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latin typeface="Century Gothic" panose="020B0502020202020204" pitchFamily="34" charset="0"/>
              </a:rPr>
              <a:t>Breve </a:t>
            </a:r>
            <a:r>
              <a:rPr lang="es-ES" sz="1200" b="1" dirty="0" err="1">
                <a:latin typeface="Century Gothic" panose="020B0502020202020204" pitchFamily="34" charset="0"/>
              </a:rPr>
              <a:t>descripcion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216643" y="23011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538162" y="2812698"/>
            <a:ext cx="1283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Century Gothic" panose="020B0502020202020204" pitchFamily="34" charset="0"/>
              </a:rPr>
              <a:t>Sobrenombre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4566364" y="3136271"/>
            <a:ext cx="1527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Century Gothic" panose="020B0502020202020204" pitchFamily="34" charset="0"/>
              </a:rPr>
              <a:t>Cumpleaños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  <p:grpSp>
        <p:nvGrpSpPr>
          <p:cNvPr id="38" name="Grupo 37"/>
          <p:cNvGrpSpPr/>
          <p:nvPr/>
        </p:nvGrpSpPr>
        <p:grpSpPr>
          <a:xfrm>
            <a:off x="5793601" y="3383389"/>
            <a:ext cx="1116796" cy="369332"/>
            <a:chOff x="5907592" y="2964569"/>
            <a:chExt cx="1116796" cy="369332"/>
          </a:xfrm>
        </p:grpSpPr>
        <p:sp>
          <p:nvSpPr>
            <p:cNvPr id="39" name="Rectángulo 38"/>
            <p:cNvSpPr/>
            <p:nvPr/>
          </p:nvSpPr>
          <p:spPr>
            <a:xfrm>
              <a:off x="5907592" y="3021221"/>
              <a:ext cx="1041848" cy="2560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latin typeface="Century Gothic" panose="020B0502020202020204" pitchFamily="34" charset="0"/>
                </a:rPr>
                <a:t>mayo</a:t>
              </a:r>
              <a:endParaRPr lang="es-PE" sz="1400" dirty="0">
                <a:latin typeface="Century Gothic" panose="020B0502020202020204" pitchFamily="34" charset="0"/>
              </a:endParaRPr>
            </a:p>
          </p:txBody>
        </p:sp>
        <p:sp>
          <p:nvSpPr>
            <p:cNvPr id="40" name="CuadroTexto 39"/>
            <p:cNvSpPr txBox="1"/>
            <p:nvPr/>
          </p:nvSpPr>
          <p:spPr>
            <a:xfrm>
              <a:off x="6617209" y="2964569"/>
              <a:ext cx="407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FontAwesome" pitchFamily="2" charset="0"/>
                </a:rPr>
                <a:t> </a:t>
              </a:r>
              <a:r>
                <a:rPr lang="es-PE" dirty="0">
                  <a:latin typeface="FontAwesome" pitchFamily="2" charset="0"/>
                </a:rPr>
                <a:t>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41" name="Grupo 40"/>
          <p:cNvGrpSpPr/>
          <p:nvPr/>
        </p:nvGrpSpPr>
        <p:grpSpPr>
          <a:xfrm>
            <a:off x="4960771" y="3383389"/>
            <a:ext cx="810656" cy="369332"/>
            <a:chOff x="5057170" y="2964569"/>
            <a:chExt cx="810656" cy="369332"/>
          </a:xfrm>
        </p:grpSpPr>
        <p:sp>
          <p:nvSpPr>
            <p:cNvPr id="42" name="Rectángulo 41"/>
            <p:cNvSpPr/>
            <p:nvPr/>
          </p:nvSpPr>
          <p:spPr>
            <a:xfrm>
              <a:off x="5057170" y="3013988"/>
              <a:ext cx="738856" cy="2560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latin typeface="Century Gothic" panose="020B0502020202020204" pitchFamily="34" charset="0"/>
                </a:rPr>
                <a:t>10</a:t>
              </a:r>
              <a:endParaRPr lang="es-PE" sz="1400" dirty="0">
                <a:latin typeface="Century Gothic" panose="020B0502020202020204" pitchFamily="34" charset="0"/>
              </a:endParaRPr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5448773" y="2964569"/>
              <a:ext cx="419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FontAwesome" pitchFamily="2" charset="0"/>
                </a:rPr>
                <a:t> </a:t>
              </a:r>
              <a:r>
                <a:rPr lang="es-PE" dirty="0">
                  <a:latin typeface="FontAwesome" pitchFamily="2" charset="0"/>
                </a:rPr>
                <a:t>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44" name="Grupo 43"/>
          <p:cNvGrpSpPr/>
          <p:nvPr/>
        </p:nvGrpSpPr>
        <p:grpSpPr>
          <a:xfrm>
            <a:off x="6932572" y="3376158"/>
            <a:ext cx="1022864" cy="369332"/>
            <a:chOff x="7028971" y="2957338"/>
            <a:chExt cx="1022864" cy="369332"/>
          </a:xfrm>
        </p:grpSpPr>
        <p:sp>
          <p:nvSpPr>
            <p:cNvPr id="45" name="Rectángulo 44"/>
            <p:cNvSpPr/>
            <p:nvPr/>
          </p:nvSpPr>
          <p:spPr>
            <a:xfrm>
              <a:off x="7028971" y="3021220"/>
              <a:ext cx="967999" cy="2560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latin typeface="Century Gothic" panose="020B0502020202020204" pitchFamily="34" charset="0"/>
                </a:rPr>
                <a:t>1990</a:t>
              </a:r>
              <a:endParaRPr lang="es-PE" sz="1400" dirty="0">
                <a:latin typeface="Century Gothic" panose="020B0502020202020204" pitchFamily="34" charset="0"/>
              </a:endParaRPr>
            </a:p>
          </p:txBody>
        </p:sp>
        <p:sp>
          <p:nvSpPr>
            <p:cNvPr id="46" name="CuadroTexto 45"/>
            <p:cNvSpPr txBox="1"/>
            <p:nvPr/>
          </p:nvSpPr>
          <p:spPr>
            <a:xfrm>
              <a:off x="7644656" y="2957338"/>
              <a:ext cx="407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FontAwesome" pitchFamily="2" charset="0"/>
                </a:rPr>
                <a:t> </a:t>
              </a:r>
              <a:r>
                <a:rPr lang="es-PE" dirty="0">
                  <a:latin typeface="FontAwesome" pitchFamily="2" charset="0"/>
                </a:rPr>
                <a:t></a:t>
              </a:r>
              <a:endParaRPr lang="es-PE" dirty="0">
                <a:latin typeface="FontAwesome" pitchFamily="2" charset="0"/>
              </a:endParaRPr>
            </a:p>
          </p:txBody>
        </p:sp>
      </p:grpSp>
      <p:graphicFrame>
        <p:nvGraphicFramePr>
          <p:cNvPr id="47" name="Tabla 46"/>
          <p:cNvGraphicFramePr>
            <a:graphicFrameLocks noGrp="1"/>
          </p:cNvGraphicFramePr>
          <p:nvPr/>
        </p:nvGraphicFramePr>
        <p:xfrm>
          <a:off x="4608153" y="4600505"/>
          <a:ext cx="37673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3474720"/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Compañia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discoteca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Viajar juntos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Amigos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beneficios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Relacion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virtual y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videollamadas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8" name="Rectángulo 47"/>
          <p:cNvSpPr/>
          <p:nvPr/>
        </p:nvSpPr>
        <p:spPr>
          <a:xfrm>
            <a:off x="4608153" y="5751307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49" name="Rectángulo 48"/>
          <p:cNvSpPr/>
          <p:nvPr/>
        </p:nvSpPr>
        <p:spPr>
          <a:xfrm>
            <a:off x="4608153" y="538384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50" name="Rectángulo 49"/>
          <p:cNvSpPr/>
          <p:nvPr/>
        </p:nvSpPr>
        <p:spPr>
          <a:xfrm>
            <a:off x="4608153" y="5031288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51" name="Rectángulo 50"/>
          <p:cNvSpPr/>
          <p:nvPr/>
        </p:nvSpPr>
        <p:spPr>
          <a:xfrm>
            <a:off x="4608153" y="4627937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63579" y="1649730"/>
            <a:ext cx="563233" cy="5632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latin typeface="FontAwesome" pitchFamily="2" charset="0"/>
              </a:rPr>
              <a:t></a:t>
            </a:r>
            <a:endParaRPr lang="es-PE" dirty="0"/>
          </a:p>
        </p:txBody>
      </p:sp>
      <p:sp>
        <p:nvSpPr>
          <p:cNvPr id="7" name="Rectángulo: esquinas redondeadas 6"/>
          <p:cNvSpPr/>
          <p:nvPr/>
        </p:nvSpPr>
        <p:spPr>
          <a:xfrm>
            <a:off x="735874" y="4109514"/>
            <a:ext cx="1414997" cy="309201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Agregar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22"/>
          <p:cNvSpPr txBox="1"/>
          <p:nvPr/>
        </p:nvSpPr>
        <p:spPr>
          <a:xfrm rot="16200000">
            <a:off x="5419707" y="3354165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9" name="CuadroTexto 22"/>
          <p:cNvSpPr txBox="1"/>
          <p:nvPr/>
        </p:nvSpPr>
        <p:spPr>
          <a:xfrm rot="16200000">
            <a:off x="6540482" y="3369405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5" name="CuadroTexto 22"/>
          <p:cNvSpPr txBox="1"/>
          <p:nvPr/>
        </p:nvSpPr>
        <p:spPr>
          <a:xfrm rot="16200000">
            <a:off x="7632682" y="3354165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10134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-cuenta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025529" y="2345318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@9853B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4775507" y="2841715"/>
            <a:ext cx="3417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Me gustan los postres y dulces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5805413" y="889953"/>
            <a:ext cx="1357463" cy="135746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graphicFrame>
        <p:nvGraphicFramePr>
          <p:cNvPr id="15" name="Tabla 14"/>
          <p:cNvGraphicFramePr>
            <a:graphicFrameLocks noGrp="1"/>
          </p:cNvGraphicFramePr>
          <p:nvPr/>
        </p:nvGraphicFramePr>
        <p:xfrm>
          <a:off x="4788898" y="3276557"/>
          <a:ext cx="3683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040"/>
                <a:gridCol w="3256960"/>
              </a:tblGrid>
              <a:tr h="370840">
                <a:tc>
                  <a:txBody>
                    <a:bodyPr/>
                    <a:lstStyle/>
                    <a:p>
                      <a:r>
                        <a:rPr lang="es-PE" sz="2000" i="0" dirty="0">
                          <a:solidFill>
                            <a:schemeClr val="tx1"/>
                          </a:solidFill>
                          <a:latin typeface="FontAwesome" pitchFamily="2" charset="0"/>
                        </a:rPr>
                        <a:t></a:t>
                      </a:r>
                      <a:endParaRPr lang="es-PE" sz="2000" b="0" i="0" dirty="0">
                        <a:solidFill>
                          <a:schemeClr val="tx1"/>
                        </a:solidFill>
                        <a:latin typeface="FontAwesom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Mis fotos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2000" b="1" i="0" dirty="0">
                          <a:latin typeface="FontAwesome" pitchFamily="2" charset="0"/>
                        </a:rPr>
                        <a:t></a:t>
                      </a:r>
                      <a:endParaRPr lang="es-PE" sz="2000" b="1" i="0" kern="1200" dirty="0">
                        <a:solidFill>
                          <a:schemeClr val="tx1"/>
                        </a:solidFill>
                        <a:latin typeface="FontAwesom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Datos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personales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2000" b="1" i="0" kern="1200" dirty="0">
                          <a:solidFill>
                            <a:schemeClr val="dk1"/>
                          </a:solidFill>
                          <a:latin typeface="FontAwesome" pitchFamily="2" charset="0"/>
                          <a:ea typeface="+mn-ea"/>
                          <a:cs typeface="+mn-cs"/>
                        </a:rPr>
                        <a:t></a:t>
                      </a:r>
                      <a:endParaRPr lang="es-PE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Favoritos</a:t>
                      </a:r>
                      <a:endParaRPr lang="es-PE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2000" b="1" i="0" kern="1200" dirty="0">
                          <a:solidFill>
                            <a:schemeClr val="dk1"/>
                          </a:solidFill>
                          <a:latin typeface="FontAwesome" pitchFamily="2" charset="0"/>
                          <a:ea typeface="+mn-ea"/>
                          <a:cs typeface="+mn-cs"/>
                        </a:rPr>
                        <a:t></a:t>
                      </a:r>
                      <a:endParaRPr lang="es-PE" sz="2000" b="1" i="0" kern="1200" dirty="0">
                        <a:solidFill>
                          <a:schemeClr val="dk1"/>
                        </a:solidFill>
                        <a:latin typeface="FontAwesom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Membresia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2000" b="1" i="0" kern="1200" dirty="0" err="1">
                          <a:solidFill>
                            <a:schemeClr val="dk1"/>
                          </a:solidFill>
                          <a:latin typeface="FontAwesome" pitchFamily="2" charset="0"/>
                          <a:ea typeface="+mn-ea"/>
                          <a:cs typeface="+mn-cs"/>
                        </a:rPr>
                        <a:t>gg</a:t>
                      </a:r>
                      <a:endParaRPr lang="es-PE" sz="2000" b="1" i="0" kern="1200" dirty="0">
                        <a:solidFill>
                          <a:schemeClr val="dk1"/>
                        </a:solidFill>
                        <a:latin typeface="FontAwesom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Cerrar </a:t>
                      </a:r>
                      <a:r>
                        <a:rPr lang="es-PE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sesion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CuadroTexto 15"/>
          <p:cNvSpPr txBox="1"/>
          <p:nvPr/>
        </p:nvSpPr>
        <p:spPr>
          <a:xfrm>
            <a:off x="4523462" y="57152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8" name="Conector recto 17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5093630" y="57152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Mi cuenta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  <p:sp>
        <p:nvSpPr>
          <p:cNvPr id="7" name="Diagrama de flujo: terminador 6"/>
          <p:cNvSpPr/>
          <p:nvPr/>
        </p:nvSpPr>
        <p:spPr>
          <a:xfrm>
            <a:off x="6171265" y="2144955"/>
            <a:ext cx="663268" cy="218878"/>
          </a:xfrm>
          <a:prstGeom prst="flowChartTermina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rgbClr val="FFC000"/>
                </a:solidFill>
                <a:latin typeface="FontAwesome" pitchFamily="2" charset="0"/>
              </a:rPr>
              <a:t> </a:t>
            </a:r>
            <a:r>
              <a:rPr lang="es-PE" sz="14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45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" t="5383" r="2270" b="2335"/>
          <a:stretch>
            <a:fillRect/>
          </a:stretch>
        </p:blipFill>
        <p:spPr>
          <a:xfrm>
            <a:off x="4495800" y="0"/>
            <a:ext cx="3976688" cy="6858000"/>
          </a:xfrm>
          <a:custGeom>
            <a:avLst/>
            <a:gdLst>
              <a:gd name="connsiteX0" fmla="*/ 0 w 3976688"/>
              <a:gd name="connsiteY0" fmla="*/ 0 h 6858000"/>
              <a:gd name="connsiteX1" fmla="*/ 3976688 w 3976688"/>
              <a:gd name="connsiteY1" fmla="*/ 0 h 6858000"/>
              <a:gd name="connsiteX2" fmla="*/ 3976688 w 3976688"/>
              <a:gd name="connsiteY2" fmla="*/ 6858000 h 6858000"/>
              <a:gd name="connsiteX3" fmla="*/ 0 w 39766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6688" h="6858000">
                <a:moveTo>
                  <a:pt x="0" y="0"/>
                </a:moveTo>
                <a:lnTo>
                  <a:pt x="3976688" y="0"/>
                </a:lnTo>
                <a:lnTo>
                  <a:pt x="39766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10230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-estado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ángulo: esquinas redondeadas 11"/>
          <p:cNvSpPr/>
          <p:nvPr/>
        </p:nvSpPr>
        <p:spPr>
          <a:xfrm>
            <a:off x="4524376" y="91440"/>
            <a:ext cx="1291576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: esquinas redondeadas 12"/>
          <p:cNvSpPr/>
          <p:nvPr/>
        </p:nvSpPr>
        <p:spPr>
          <a:xfrm>
            <a:off x="5873104" y="91440"/>
            <a:ext cx="1291577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: esquinas redondeadas 13"/>
          <p:cNvSpPr/>
          <p:nvPr/>
        </p:nvSpPr>
        <p:spPr>
          <a:xfrm>
            <a:off x="7180911" y="91440"/>
            <a:ext cx="1263001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Elipse 14"/>
          <p:cNvSpPr/>
          <p:nvPr/>
        </p:nvSpPr>
        <p:spPr>
          <a:xfrm>
            <a:off x="7594960" y="5986462"/>
            <a:ext cx="642937" cy="64293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600" dirty="0">
                <a:solidFill>
                  <a:schemeClr val="bg1"/>
                </a:solidFill>
                <a:latin typeface="FontAwesome" pitchFamily="2" charset="0"/>
              </a:rPr>
              <a:t></a:t>
            </a:r>
            <a:endParaRPr lang="es-PE" sz="2600" dirty="0">
              <a:solidFill>
                <a:schemeClr val="bg1"/>
              </a:solidFill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rcRect l="12864" t="13544" r="61678" b="54745"/>
          <a:stretch>
            <a:fillRect/>
          </a:stretch>
        </p:blipFill>
        <p:spPr>
          <a:xfrm>
            <a:off x="5165149" y="1603478"/>
            <a:ext cx="688582" cy="688582"/>
          </a:xfrm>
          <a:custGeom>
            <a:avLst/>
            <a:gdLst>
              <a:gd name="connsiteX0" fmla="*/ 344291 w 688582"/>
              <a:gd name="connsiteY0" fmla="*/ 0 h 688582"/>
              <a:gd name="connsiteX1" fmla="*/ 688582 w 688582"/>
              <a:gd name="connsiteY1" fmla="*/ 344291 h 688582"/>
              <a:gd name="connsiteX2" fmla="*/ 344291 w 688582"/>
              <a:gd name="connsiteY2" fmla="*/ 688582 h 688582"/>
              <a:gd name="connsiteX3" fmla="*/ 0 w 688582"/>
              <a:gd name="connsiteY3" fmla="*/ 344291 h 688582"/>
              <a:gd name="connsiteX4" fmla="*/ 344291 w 688582"/>
              <a:gd name="connsiteY4" fmla="*/ 0 h 68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82" h="688582">
                <a:moveTo>
                  <a:pt x="344291" y="0"/>
                </a:moveTo>
                <a:cubicBezTo>
                  <a:pt x="534438" y="0"/>
                  <a:pt x="688582" y="154144"/>
                  <a:pt x="688582" y="344291"/>
                </a:cubicBezTo>
                <a:cubicBezTo>
                  <a:pt x="688582" y="534438"/>
                  <a:pt x="534438" y="688582"/>
                  <a:pt x="344291" y="688582"/>
                </a:cubicBezTo>
                <a:cubicBezTo>
                  <a:pt x="154144" y="688582"/>
                  <a:pt x="0" y="534438"/>
                  <a:pt x="0" y="344291"/>
                </a:cubicBezTo>
                <a:cubicBezTo>
                  <a:pt x="0" y="154144"/>
                  <a:pt x="154144" y="0"/>
                  <a:pt x="344291" y="0"/>
                </a:cubicBezTo>
                <a:close/>
              </a:path>
            </a:pathLst>
          </a:cu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07" y="0"/>
            <a:ext cx="2971429" cy="492380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42901" y="4923809"/>
            <a:ext cx="32170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Que los usuarios den monedas</a:t>
            </a:r>
            <a:endParaRPr lang="es-PE" dirty="0"/>
          </a:p>
          <a:p>
            <a:r>
              <a:rPr lang="es-PE" dirty="0"/>
              <a:t>A aquellas q atiendan bien y q la</a:t>
            </a:r>
            <a:endParaRPr lang="es-PE" dirty="0"/>
          </a:p>
          <a:p>
            <a:r>
              <a:rPr lang="es-PE" dirty="0"/>
              <a:t>Fichera lo solicite</a:t>
            </a:r>
            <a:endParaRPr lang="es-PE" dirty="0"/>
          </a:p>
          <a:p>
            <a:r>
              <a:rPr lang="es-PE" dirty="0"/>
              <a:t>Las ficheras tienen niveles</a:t>
            </a:r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1"/>
          <a:srcRect l="63023" t="12826" r="11519" b="55463"/>
          <a:stretch>
            <a:fillRect/>
          </a:stretch>
        </p:blipFill>
        <p:spPr>
          <a:xfrm>
            <a:off x="5853731" y="1584428"/>
            <a:ext cx="688582" cy="688582"/>
          </a:xfrm>
          <a:custGeom>
            <a:avLst/>
            <a:gdLst>
              <a:gd name="connsiteX0" fmla="*/ 344291 w 688582"/>
              <a:gd name="connsiteY0" fmla="*/ 0 h 688582"/>
              <a:gd name="connsiteX1" fmla="*/ 688582 w 688582"/>
              <a:gd name="connsiteY1" fmla="*/ 344291 h 688582"/>
              <a:gd name="connsiteX2" fmla="*/ 344291 w 688582"/>
              <a:gd name="connsiteY2" fmla="*/ 688582 h 688582"/>
              <a:gd name="connsiteX3" fmla="*/ 0 w 688582"/>
              <a:gd name="connsiteY3" fmla="*/ 344291 h 688582"/>
              <a:gd name="connsiteX4" fmla="*/ 344291 w 688582"/>
              <a:gd name="connsiteY4" fmla="*/ 0 h 68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82" h="688582">
                <a:moveTo>
                  <a:pt x="344291" y="0"/>
                </a:moveTo>
                <a:cubicBezTo>
                  <a:pt x="534438" y="0"/>
                  <a:pt x="688582" y="154144"/>
                  <a:pt x="688582" y="344291"/>
                </a:cubicBezTo>
                <a:cubicBezTo>
                  <a:pt x="688582" y="534438"/>
                  <a:pt x="534438" y="688582"/>
                  <a:pt x="344291" y="688582"/>
                </a:cubicBezTo>
                <a:cubicBezTo>
                  <a:pt x="154144" y="688582"/>
                  <a:pt x="0" y="534438"/>
                  <a:pt x="0" y="344291"/>
                </a:cubicBezTo>
                <a:cubicBezTo>
                  <a:pt x="0" y="154144"/>
                  <a:pt x="154144" y="0"/>
                  <a:pt x="344291" y="0"/>
                </a:cubicBezTo>
                <a:close/>
              </a:path>
            </a:pathLst>
          </a:custGeom>
        </p:spPr>
      </p:pic>
      <p:sp>
        <p:nvSpPr>
          <p:cNvPr id="14" name="Elipse 13"/>
          <p:cNvSpPr/>
          <p:nvPr/>
        </p:nvSpPr>
        <p:spPr>
          <a:xfrm>
            <a:off x="6542314" y="1696749"/>
            <a:ext cx="322552" cy="322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rgbClr val="FFC000"/>
                </a:solidFill>
                <a:latin typeface="FontAwesome" pitchFamily="2" charset="0"/>
              </a:rPr>
              <a:t></a:t>
            </a:r>
            <a:endParaRPr lang="es-PE" sz="10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449527" y="2026789"/>
            <a:ext cx="830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>
                <a:latin typeface="Century Gothic" panose="020B0502020202020204" pitchFamily="34" charset="0"/>
              </a:rPr>
              <a:t>Buen trato</a:t>
            </a:r>
            <a:endParaRPr lang="es-PE" sz="10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INVITAR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8515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Fich-info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s redondeadas 6"/>
          <p:cNvSpPr/>
          <p:nvPr/>
        </p:nvSpPr>
        <p:spPr>
          <a:xfrm>
            <a:off x="4495800" y="0"/>
            <a:ext cx="3976688" cy="27289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Elipse 7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10" name="CuadroTexto 9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1" name="Rectángulo: esquinas redondeadas 10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/>
          <p:cNvSpPr txBox="1"/>
          <p:nvPr/>
        </p:nvSpPr>
        <p:spPr>
          <a:xfrm>
            <a:off x="362087" y="84626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5" name="Conector recto 14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4523462" y="46667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6515100" y="2582463"/>
            <a:ext cx="1750086" cy="30428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Century Gothic" panose="020B0502020202020204" pitchFamily="34" charset="0"/>
              </a:rPr>
              <a:t>LA GRUTA AZUL  </a:t>
            </a:r>
            <a:r>
              <a:rPr lang="es-PE" sz="1600" dirty="0">
                <a:latin typeface="FontAwesome" pitchFamily="2" charset="0"/>
              </a:rPr>
              <a:t></a:t>
            </a:r>
            <a:endParaRPr lang="es-PE" sz="1600" dirty="0">
              <a:latin typeface="FontAwesome" pitchFamily="2" charset="0"/>
            </a:endParaRPr>
          </a:p>
        </p:txBody>
      </p:sp>
      <p:graphicFrame>
        <p:nvGraphicFramePr>
          <p:cNvPr id="18" name="Tabla 17"/>
          <p:cNvGraphicFramePr>
            <a:graphicFrameLocks noGrp="1"/>
          </p:cNvGraphicFramePr>
          <p:nvPr/>
        </p:nvGraphicFramePr>
        <p:xfrm>
          <a:off x="4600185" y="4706184"/>
          <a:ext cx="37099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728"/>
                <a:gridCol w="3295260"/>
              </a:tblGrid>
              <a:tr h="370840">
                <a:tc>
                  <a:txBody>
                    <a:bodyPr/>
                    <a:lstStyle/>
                    <a:p>
                      <a:r>
                        <a:rPr lang="es-PE" sz="1800" i="0" dirty="0">
                          <a:solidFill>
                            <a:schemeClr val="tx1"/>
                          </a:solidFill>
                          <a:latin typeface="FontAwesome" pitchFamily="2" charset="0"/>
                        </a:rPr>
                        <a:t></a:t>
                      </a:r>
                      <a:endParaRPr lang="es-PE" sz="1800" b="0" i="0" dirty="0">
                        <a:solidFill>
                          <a:schemeClr val="tx1"/>
                        </a:solidFill>
                        <a:latin typeface="FontAwesom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Compañia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para </a:t>
                      </a:r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salir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a discoteca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800" i="0" kern="1200" dirty="0">
                          <a:solidFill>
                            <a:schemeClr val="tx1"/>
                          </a:solidFill>
                          <a:latin typeface="FontAwesome" pitchFamily="2" charset="0"/>
                          <a:ea typeface="+mn-ea"/>
                          <a:cs typeface="+mn-cs"/>
                        </a:rPr>
                        <a:t></a:t>
                      </a:r>
                      <a:endParaRPr lang="es-PE" sz="1800" i="0" kern="1200" dirty="0">
                        <a:solidFill>
                          <a:schemeClr val="tx1"/>
                        </a:solidFill>
                        <a:latin typeface="FontAwesom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Salir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de viaje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800" i="0" dirty="0">
                          <a:solidFill>
                            <a:schemeClr val="tx1"/>
                          </a:solidFill>
                          <a:latin typeface="FontAwesome" pitchFamily="2" charset="0"/>
                        </a:rPr>
                        <a:t>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Amigos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beneficios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800" i="0" dirty="0">
                          <a:solidFill>
                            <a:schemeClr val="tx1"/>
                          </a:solidFill>
                          <a:latin typeface="FontAwesome" pitchFamily="2" charset="0"/>
                        </a:rPr>
                        <a:t>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Novia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virtual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CuadroTexto 18"/>
          <p:cNvSpPr txBox="1"/>
          <p:nvPr/>
        </p:nvSpPr>
        <p:spPr>
          <a:xfrm>
            <a:off x="4600185" y="3511303"/>
            <a:ext cx="3736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Century Gothic" panose="020B0502020202020204" pitchFamily="34" charset="0"/>
              </a:rPr>
              <a:t>eleifend inceptos eget per mattis taciti </a:t>
            </a:r>
            <a:endParaRPr lang="it-IT" sz="1400" dirty="0">
              <a:latin typeface="Century Gothic" panose="020B0502020202020204" pitchFamily="34" charset="0"/>
            </a:endParaRPr>
          </a:p>
          <a:p>
            <a:r>
              <a:rPr lang="it-IT" sz="1400" dirty="0">
                <a:latin typeface="Century Gothic" panose="020B0502020202020204" pitchFamily="34" charset="0"/>
              </a:rPr>
              <a:t>Magnis eleifend inceptos eget per mattis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4600185" y="2924344"/>
            <a:ext cx="1399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LilianaDulce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1" name="Rectángulo: esquinas redondeadas 20"/>
          <p:cNvSpPr/>
          <p:nvPr/>
        </p:nvSpPr>
        <p:spPr>
          <a:xfrm>
            <a:off x="629943" y="21549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CuadroTexto 23"/>
          <p:cNvSpPr txBox="1"/>
          <p:nvPr/>
        </p:nvSpPr>
        <p:spPr>
          <a:xfrm>
            <a:off x="1045893" y="4312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198293" y="5836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6174498" y="2333999"/>
            <a:ext cx="6192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FontAwesome" pitchFamily="2" charset="0"/>
              </a:rPr>
              <a:t></a:t>
            </a:r>
            <a:endParaRPr lang="es-PE" sz="2600" dirty="0">
              <a:latin typeface="FontAwesome" pitchFamily="2" charset="0"/>
            </a:endParaRPr>
          </a:p>
        </p:txBody>
      </p:sp>
      <p:sp>
        <p:nvSpPr>
          <p:cNvPr id="9" name="Cerrar llave 8"/>
          <p:cNvSpPr/>
          <p:nvPr/>
        </p:nvSpPr>
        <p:spPr>
          <a:xfrm>
            <a:off x="8576873" y="3337144"/>
            <a:ext cx="200025" cy="871538"/>
          </a:xfrm>
          <a:prstGeom prst="righ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/>
          <p:cNvSpPr txBox="1"/>
          <p:nvPr/>
        </p:nvSpPr>
        <p:spPr>
          <a:xfrm>
            <a:off x="8881283" y="3561308"/>
            <a:ext cx="2871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GENERADO X JUANDEMARCO</a:t>
            </a:r>
            <a:endParaRPr lang="es-E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GISELLE</a:t>
            </a:r>
            <a:endParaRPr lang="es-PE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-pres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s redondeadas 6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9" name="Rectángulo: esquinas redondeadas 8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62087" y="84626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3" name="Conector recto 12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4542045" y="83601"/>
            <a:ext cx="668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latin typeface="Century Gothic" panose="020B0502020202020204" pitchFamily="34" charset="0"/>
              </a:rPr>
              <a:t>BARSI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6896755" y="103529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Lima, comas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059975" y="103528"/>
            <a:ext cx="45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>
                <a:latin typeface="FontAwesome" pitchFamily="2" charset="0"/>
              </a:rPr>
              <a:t></a:t>
            </a:r>
            <a:endParaRPr lang="es-PE" sz="1400" dirty="0">
              <a:latin typeface="FontAwesome" pitchFamily="2" charset="0"/>
            </a:endParaRPr>
          </a:p>
        </p:txBody>
      </p:sp>
      <p:sp>
        <p:nvSpPr>
          <p:cNvPr id="19" name="Rectángulo: esquinas redondeadas 18"/>
          <p:cNvSpPr/>
          <p:nvPr/>
        </p:nvSpPr>
        <p:spPr>
          <a:xfrm>
            <a:off x="4648199" y="673642"/>
            <a:ext cx="2581275" cy="7646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: esquinas redondeadas 19"/>
          <p:cNvSpPr/>
          <p:nvPr/>
        </p:nvSpPr>
        <p:spPr>
          <a:xfrm>
            <a:off x="7403229" y="669300"/>
            <a:ext cx="1068670" cy="7646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CuadroTexto 20"/>
          <p:cNvSpPr txBox="1"/>
          <p:nvPr/>
        </p:nvSpPr>
        <p:spPr>
          <a:xfrm>
            <a:off x="6174498" y="1306444"/>
            <a:ext cx="6192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FontAwesome" pitchFamily="2" charset="0"/>
              </a:rPr>
              <a:t></a:t>
            </a:r>
            <a:endParaRPr lang="es-PE" sz="2600" dirty="0">
              <a:latin typeface="FontAwesome" pitchFamily="2" charset="0"/>
            </a:endParaRPr>
          </a:p>
        </p:txBody>
      </p:sp>
      <p:sp>
        <p:nvSpPr>
          <p:cNvPr id="22" name="Elipse 21">
            <a:hlinkClick r:id="rId1" action="ppaction://hlinksldjump"/>
          </p:cNvPr>
          <p:cNvSpPr/>
          <p:nvPr/>
        </p:nvSpPr>
        <p:spPr>
          <a:xfrm>
            <a:off x="5204064" y="1843827"/>
            <a:ext cx="458758" cy="4587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Elipse 22">
            <a:hlinkClick r:id="rId1" action="ppaction://hlinksldjump"/>
          </p:cNvPr>
          <p:cNvSpPr/>
          <p:nvPr/>
        </p:nvSpPr>
        <p:spPr>
          <a:xfrm>
            <a:off x="4648199" y="1843827"/>
            <a:ext cx="458758" cy="4587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Elipse 23"/>
          <p:cNvSpPr/>
          <p:nvPr/>
        </p:nvSpPr>
        <p:spPr>
          <a:xfrm>
            <a:off x="5786701" y="1843827"/>
            <a:ext cx="458758" cy="4587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Elipse 24"/>
          <p:cNvSpPr/>
          <p:nvPr/>
        </p:nvSpPr>
        <p:spPr>
          <a:xfrm>
            <a:off x="6334663" y="1843827"/>
            <a:ext cx="458758" cy="4587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Elipse 25"/>
          <p:cNvSpPr/>
          <p:nvPr/>
        </p:nvSpPr>
        <p:spPr>
          <a:xfrm>
            <a:off x="6913996" y="1843827"/>
            <a:ext cx="458758" cy="4587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715659" y="2617045"/>
            <a:ext cx="1629128" cy="2249451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14487" y="3251562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6616504" y="2617045"/>
            <a:ext cx="1629128" cy="2249451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56421"/>
          <a:stretch>
            <a:fillRect/>
          </a:stretch>
        </p:blipFill>
        <p:spPr>
          <a:xfrm>
            <a:off x="6660226" y="5059632"/>
            <a:ext cx="1629128" cy="1254070"/>
          </a:xfrm>
          <a:custGeom>
            <a:avLst/>
            <a:gdLst>
              <a:gd name="connsiteX0" fmla="*/ 259162 w 1629128"/>
              <a:gd name="connsiteY0" fmla="*/ 0 h 1254070"/>
              <a:gd name="connsiteX1" fmla="*/ 1355129 w 1629128"/>
              <a:gd name="connsiteY1" fmla="*/ 0 h 1254070"/>
              <a:gd name="connsiteX2" fmla="*/ 1629128 w 1629128"/>
              <a:gd name="connsiteY2" fmla="*/ 273999 h 1254070"/>
              <a:gd name="connsiteX3" fmla="*/ 1629128 w 1629128"/>
              <a:gd name="connsiteY3" fmla="*/ 1254070 h 1254070"/>
              <a:gd name="connsiteX4" fmla="*/ 0 w 1629128"/>
              <a:gd name="connsiteY4" fmla="*/ 1254070 h 1254070"/>
              <a:gd name="connsiteX5" fmla="*/ 0 w 1629128"/>
              <a:gd name="connsiteY5" fmla="*/ 188914 h 1254070"/>
              <a:gd name="connsiteX6" fmla="*/ 6696 w 1629128"/>
              <a:gd name="connsiteY6" fmla="*/ 167347 h 1254070"/>
              <a:gd name="connsiteX7" fmla="*/ 259162 w 1629128"/>
              <a:gd name="connsiteY7" fmla="*/ 0 h 1254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9128" h="1254070">
                <a:moveTo>
                  <a:pt x="259162" y="0"/>
                </a:moveTo>
                <a:lnTo>
                  <a:pt x="1355129" y="0"/>
                </a:lnTo>
                <a:cubicBezTo>
                  <a:pt x="1506455" y="0"/>
                  <a:pt x="1629128" y="122674"/>
                  <a:pt x="1629128" y="273999"/>
                </a:cubicBezTo>
                <a:lnTo>
                  <a:pt x="1629128" y="1254070"/>
                </a:lnTo>
                <a:lnTo>
                  <a:pt x="0" y="1254070"/>
                </a:lnTo>
                <a:lnTo>
                  <a:pt x="0" y="188914"/>
                </a:lnTo>
                <a:lnTo>
                  <a:pt x="6696" y="167347"/>
                </a:lnTo>
                <a:cubicBezTo>
                  <a:pt x="48291" y="69005"/>
                  <a:pt x="145668" y="0"/>
                  <a:pt x="259162" y="0"/>
                </a:cubicBezTo>
                <a:close/>
              </a:path>
            </a:pathLst>
          </a:cu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56764"/>
          <a:stretch>
            <a:fillRect/>
          </a:stretch>
        </p:blipFill>
        <p:spPr>
          <a:xfrm>
            <a:off x="4764876" y="5074893"/>
            <a:ext cx="1629128" cy="1244014"/>
          </a:xfrm>
          <a:custGeom>
            <a:avLst/>
            <a:gdLst>
              <a:gd name="connsiteX0" fmla="*/ 259162 w 1629128"/>
              <a:gd name="connsiteY0" fmla="*/ 0 h 1244014"/>
              <a:gd name="connsiteX1" fmla="*/ 1355129 w 1629128"/>
              <a:gd name="connsiteY1" fmla="*/ 0 h 1244014"/>
              <a:gd name="connsiteX2" fmla="*/ 1629128 w 1629128"/>
              <a:gd name="connsiteY2" fmla="*/ 273999 h 1244014"/>
              <a:gd name="connsiteX3" fmla="*/ 1629128 w 1629128"/>
              <a:gd name="connsiteY3" fmla="*/ 1244014 h 1244014"/>
              <a:gd name="connsiteX4" fmla="*/ 0 w 1629128"/>
              <a:gd name="connsiteY4" fmla="*/ 1244014 h 1244014"/>
              <a:gd name="connsiteX5" fmla="*/ 0 w 1629128"/>
              <a:gd name="connsiteY5" fmla="*/ 188914 h 1244014"/>
              <a:gd name="connsiteX6" fmla="*/ 6696 w 1629128"/>
              <a:gd name="connsiteY6" fmla="*/ 167347 h 1244014"/>
              <a:gd name="connsiteX7" fmla="*/ 259162 w 1629128"/>
              <a:gd name="connsiteY7" fmla="*/ 0 h 1244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9128" h="1244014">
                <a:moveTo>
                  <a:pt x="259162" y="0"/>
                </a:moveTo>
                <a:lnTo>
                  <a:pt x="1355129" y="0"/>
                </a:lnTo>
                <a:cubicBezTo>
                  <a:pt x="1506455" y="0"/>
                  <a:pt x="1629128" y="122674"/>
                  <a:pt x="1629128" y="273999"/>
                </a:cubicBezTo>
                <a:lnTo>
                  <a:pt x="1629128" y="1244014"/>
                </a:lnTo>
                <a:lnTo>
                  <a:pt x="0" y="1244014"/>
                </a:lnTo>
                <a:lnTo>
                  <a:pt x="0" y="188914"/>
                </a:lnTo>
                <a:lnTo>
                  <a:pt x="6696" y="167347"/>
                </a:lnTo>
                <a:cubicBezTo>
                  <a:pt x="48291" y="69005"/>
                  <a:pt x="145668" y="0"/>
                  <a:pt x="259162" y="0"/>
                </a:cubicBezTo>
                <a:close/>
              </a:path>
            </a:pathLst>
          </a:custGeom>
        </p:spPr>
      </p:pic>
      <p:sp>
        <p:nvSpPr>
          <p:cNvPr id="37" name="CuadroTexto 36"/>
          <p:cNvSpPr txBox="1"/>
          <p:nvPr/>
        </p:nvSpPr>
        <p:spPr>
          <a:xfrm>
            <a:off x="2294032" y="455871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>
                <a:latin typeface="Century Gothic" panose="020B0502020202020204" pitchFamily="34" charset="0"/>
              </a:rPr>
              <a:t>  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4986271" y="2143672"/>
            <a:ext cx="128589" cy="12858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Elipse 29"/>
          <p:cNvSpPr/>
          <p:nvPr/>
        </p:nvSpPr>
        <p:spPr>
          <a:xfrm>
            <a:off x="5568908" y="2127880"/>
            <a:ext cx="128589" cy="12858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Elipse 30"/>
          <p:cNvSpPr/>
          <p:nvPr/>
        </p:nvSpPr>
        <p:spPr>
          <a:xfrm>
            <a:off x="6164323" y="2132559"/>
            <a:ext cx="128589" cy="12858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Elipse 31"/>
          <p:cNvSpPr/>
          <p:nvPr/>
        </p:nvSpPr>
        <p:spPr>
          <a:xfrm>
            <a:off x="6709997" y="2127879"/>
            <a:ext cx="128589" cy="12858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Elipse 32"/>
          <p:cNvSpPr/>
          <p:nvPr/>
        </p:nvSpPr>
        <p:spPr>
          <a:xfrm>
            <a:off x="7274640" y="2143672"/>
            <a:ext cx="128589" cy="12858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34" name="Grupo 33"/>
          <p:cNvGrpSpPr/>
          <p:nvPr/>
        </p:nvGrpSpPr>
        <p:grpSpPr>
          <a:xfrm>
            <a:off x="4688683" y="4473120"/>
            <a:ext cx="1327397" cy="369332"/>
            <a:chOff x="2598427" y="3631913"/>
            <a:chExt cx="1327397" cy="369332"/>
          </a:xfrm>
        </p:grpSpPr>
        <p:sp>
          <p:nvSpPr>
            <p:cNvPr id="15" name="CuadroTexto 14"/>
            <p:cNvSpPr txBox="1"/>
            <p:nvPr/>
          </p:nvSpPr>
          <p:spPr>
            <a:xfrm>
              <a:off x="2886757" y="3680283"/>
              <a:ext cx="10390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Liliana, 18</a:t>
              </a:r>
              <a:endParaRPr lang="es-PE" sz="14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2598427" y="3631913"/>
              <a:ext cx="4587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FontAwesome" pitchFamily="2" charset="0"/>
                </a:rPr>
                <a:t> </a:t>
              </a:r>
              <a:r>
                <a:rPr lang="es-PE" dirty="0">
                  <a:solidFill>
                    <a:schemeClr val="bg1"/>
                  </a:solidFill>
                  <a:latin typeface="FontAwesome" pitchFamily="2" charset="0"/>
                </a:rPr>
                <a:t></a:t>
              </a:r>
              <a:endParaRPr lang="es-PE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6639735" y="4490712"/>
            <a:ext cx="1327397" cy="369332"/>
            <a:chOff x="2598427" y="3631913"/>
            <a:chExt cx="1327397" cy="369332"/>
          </a:xfrm>
        </p:grpSpPr>
        <p:sp>
          <p:nvSpPr>
            <p:cNvPr id="39" name="CuadroTexto 38"/>
            <p:cNvSpPr txBox="1"/>
            <p:nvPr/>
          </p:nvSpPr>
          <p:spPr>
            <a:xfrm>
              <a:off x="2886757" y="3680283"/>
              <a:ext cx="10390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Liliana, 18</a:t>
              </a:r>
              <a:endParaRPr lang="es-PE" sz="14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0" name="CuadroTexto 39"/>
            <p:cNvSpPr txBox="1"/>
            <p:nvPr/>
          </p:nvSpPr>
          <p:spPr>
            <a:xfrm>
              <a:off x="2598427" y="3631913"/>
              <a:ext cx="4587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FontAwesome" pitchFamily="2" charset="0"/>
                </a:rPr>
                <a:t> </a:t>
              </a:r>
              <a:r>
                <a:rPr lang="es-PE" dirty="0">
                  <a:solidFill>
                    <a:schemeClr val="bg1"/>
                  </a:solidFill>
                  <a:latin typeface="FontAwesome" pitchFamily="2" charset="0"/>
                </a:rPr>
                <a:t></a:t>
              </a:r>
              <a:endParaRPr lang="es-PE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41" name="Rectángulo: esquinas redondeadas 40"/>
          <p:cNvSpPr/>
          <p:nvPr/>
        </p:nvSpPr>
        <p:spPr>
          <a:xfrm>
            <a:off x="9215438" y="5329238"/>
            <a:ext cx="571500" cy="3982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rial Narrow" panose="020B0606020202030204" pitchFamily="34" charset="0"/>
              </a:rPr>
              <a:t>Muro</a:t>
            </a:r>
            <a:endParaRPr lang="es-PE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2" name="Rectángulo: esquinas redondeadas 41"/>
          <p:cNvSpPr/>
          <p:nvPr/>
        </p:nvSpPr>
        <p:spPr>
          <a:xfrm>
            <a:off x="4575941" y="6399337"/>
            <a:ext cx="571500" cy="3982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rial Narrow" panose="020B0606020202030204" pitchFamily="34" charset="0"/>
              </a:rPr>
              <a:t>Muro</a:t>
            </a:r>
            <a:endParaRPr lang="es-PE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3" name="Rectángulo: esquinas redondeadas 42">
            <a:hlinkClick r:id="rId4" action="ppaction://hlinksldjump"/>
          </p:cNvPr>
          <p:cNvSpPr/>
          <p:nvPr/>
        </p:nvSpPr>
        <p:spPr>
          <a:xfrm>
            <a:off x="5293690" y="6394704"/>
            <a:ext cx="571500" cy="3982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rial Narrow" panose="020B0606020202030204" pitchFamily="34" charset="0"/>
              </a:rPr>
              <a:t>Chats</a:t>
            </a:r>
            <a:endParaRPr lang="es-PE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4" name="Rectángulo: esquinas redondeadas 43"/>
          <p:cNvSpPr/>
          <p:nvPr/>
        </p:nvSpPr>
        <p:spPr>
          <a:xfrm>
            <a:off x="7746431" y="6384577"/>
            <a:ext cx="571500" cy="3982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Adic</a:t>
            </a:r>
            <a:endParaRPr lang="es-PE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5" name="Rectángulo: esquinas redondeadas 44">
            <a:hlinkClick r:id="rId5" action="ppaction://hlinksldjump"/>
          </p:cNvPr>
          <p:cNvSpPr/>
          <p:nvPr/>
        </p:nvSpPr>
        <p:spPr>
          <a:xfrm>
            <a:off x="6041062" y="6394704"/>
            <a:ext cx="571500" cy="3982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rial Narrow" panose="020B0606020202030204" pitchFamily="34" charset="0"/>
              </a:rPr>
              <a:t>Mapa</a:t>
            </a:r>
            <a:endParaRPr lang="es-PE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7" name="Título 46"/>
          <p:cNvSpPr>
            <a:spLocks noGrp="1"/>
          </p:cNvSpPr>
          <p:nvPr>
            <p:ph type="ctrTitle"/>
          </p:nvPr>
        </p:nvSpPr>
        <p:spPr>
          <a:xfrm>
            <a:off x="8645652" y="103529"/>
            <a:ext cx="3410793" cy="398206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Arial Narrow" panose="020B0606020202030204" pitchFamily="34" charset="0"/>
              </a:rPr>
              <a:t>MURO</a:t>
            </a:r>
            <a:endParaRPr lang="es-PE" sz="20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-chat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/>
          <p:cNvGraphicFramePr>
            <a:graphicFrameLocks noGrp="1"/>
          </p:cNvGraphicFramePr>
          <p:nvPr/>
        </p:nvGraphicFramePr>
        <p:xfrm>
          <a:off x="4549051" y="533472"/>
          <a:ext cx="38520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65"/>
                <a:gridCol w="2759199"/>
                <a:gridCol w="635336"/>
              </a:tblGrid>
              <a:tr h="0">
                <a:tc>
                  <a:txBody>
                    <a:bodyPr/>
                    <a:lstStyle/>
                    <a:p>
                      <a:endParaRPr lang="es-PE" sz="1800" b="0" i="0" dirty="0">
                        <a:solidFill>
                          <a:schemeClr val="tx1"/>
                        </a:solidFill>
                        <a:latin typeface="FontAwesom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AnaLuz</a:t>
                      </a:r>
                      <a:endParaRPr lang="pt-BR" sz="10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luctus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hendrerit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diam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nam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curae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acerat</a:t>
                      </a:r>
                      <a:endParaRPr lang="es-PE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23min</a:t>
                      </a:r>
                      <a:endParaRPr lang="es-PE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sz="1800" i="0" kern="1200" dirty="0">
                        <a:solidFill>
                          <a:schemeClr val="tx1"/>
                        </a:solidFill>
                        <a:latin typeface="FontAwesom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AnaLuz</a:t>
                      </a:r>
                      <a:endParaRPr lang="pt-BR" sz="10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luctus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hendrerit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diam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nam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curae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acerat</a:t>
                      </a:r>
                      <a:endParaRPr lang="es-PE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1h</a:t>
                      </a:r>
                      <a:endParaRPr lang="es-PE" sz="8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AnaLuz</a:t>
                      </a:r>
                      <a:endParaRPr lang="pt-BR" sz="10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luctus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hendrerit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diam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nam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curae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acerat</a:t>
                      </a:r>
                      <a:endParaRPr lang="es-PE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2h</a:t>
                      </a:r>
                      <a:endParaRPr lang="es-PE" sz="8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AnaLuz</a:t>
                      </a:r>
                      <a:endParaRPr lang="pt-BR" sz="10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luctus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hendrerit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diam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nam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curae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acerat</a:t>
                      </a:r>
                      <a:endParaRPr lang="es-PE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3h</a:t>
                      </a:r>
                      <a:endParaRPr lang="es-PE" sz="8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CuadroTexto 16"/>
          <p:cNvSpPr txBox="1"/>
          <p:nvPr/>
        </p:nvSpPr>
        <p:spPr>
          <a:xfrm>
            <a:off x="2706875" y="630823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20628" y="15614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4726830" y="91440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Mensajería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grpSp>
        <p:nvGrpSpPr>
          <p:cNvPr id="22" name="Grupo 21"/>
          <p:cNvGrpSpPr/>
          <p:nvPr/>
        </p:nvGrpSpPr>
        <p:grpSpPr>
          <a:xfrm>
            <a:off x="4573744" y="548967"/>
            <a:ext cx="326289" cy="306356"/>
            <a:chOff x="3981450" y="2014427"/>
            <a:chExt cx="314259" cy="306356"/>
          </a:xfrm>
        </p:grpSpPr>
        <p:sp>
          <p:nvSpPr>
            <p:cNvPr id="20" name="Elipse 19"/>
            <p:cNvSpPr/>
            <p:nvPr/>
          </p:nvSpPr>
          <p:spPr>
            <a:xfrm>
              <a:off x="3981450" y="2014427"/>
              <a:ext cx="306356" cy="3063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1" name="Elipse 20"/>
            <p:cNvSpPr/>
            <p:nvPr/>
          </p:nvSpPr>
          <p:spPr>
            <a:xfrm>
              <a:off x="4209838" y="2204588"/>
              <a:ext cx="85871" cy="8587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4597406" y="972233"/>
            <a:ext cx="326289" cy="306356"/>
            <a:chOff x="3981450" y="2014427"/>
            <a:chExt cx="314259" cy="306356"/>
          </a:xfrm>
        </p:grpSpPr>
        <p:sp>
          <p:nvSpPr>
            <p:cNvPr id="24" name="Elipse 23"/>
            <p:cNvSpPr/>
            <p:nvPr/>
          </p:nvSpPr>
          <p:spPr>
            <a:xfrm>
              <a:off x="3981450" y="2014427"/>
              <a:ext cx="306356" cy="3063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Elipse 24"/>
            <p:cNvSpPr/>
            <p:nvPr/>
          </p:nvSpPr>
          <p:spPr>
            <a:xfrm>
              <a:off x="4209838" y="2204588"/>
              <a:ext cx="85871" cy="8587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621366" y="1360819"/>
            <a:ext cx="326289" cy="306356"/>
            <a:chOff x="3981450" y="2014427"/>
            <a:chExt cx="314259" cy="306356"/>
          </a:xfrm>
        </p:grpSpPr>
        <p:sp>
          <p:nvSpPr>
            <p:cNvPr id="27" name="Elipse 26"/>
            <p:cNvSpPr/>
            <p:nvPr/>
          </p:nvSpPr>
          <p:spPr>
            <a:xfrm>
              <a:off x="3981450" y="2014427"/>
              <a:ext cx="306356" cy="3063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Elipse 27"/>
            <p:cNvSpPr/>
            <p:nvPr/>
          </p:nvSpPr>
          <p:spPr>
            <a:xfrm>
              <a:off x="4209838" y="2204588"/>
              <a:ext cx="85871" cy="8587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9" name="Grupo 28"/>
          <p:cNvGrpSpPr/>
          <p:nvPr/>
        </p:nvGrpSpPr>
        <p:grpSpPr>
          <a:xfrm>
            <a:off x="4625318" y="1758930"/>
            <a:ext cx="326289" cy="306356"/>
            <a:chOff x="3981450" y="2014427"/>
            <a:chExt cx="314259" cy="306356"/>
          </a:xfrm>
        </p:grpSpPr>
        <p:sp>
          <p:nvSpPr>
            <p:cNvPr id="30" name="Elipse 29"/>
            <p:cNvSpPr/>
            <p:nvPr/>
          </p:nvSpPr>
          <p:spPr>
            <a:xfrm>
              <a:off x="3981450" y="2014427"/>
              <a:ext cx="306356" cy="3063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Elipse 30"/>
            <p:cNvSpPr/>
            <p:nvPr/>
          </p:nvSpPr>
          <p:spPr>
            <a:xfrm>
              <a:off x="4209838" y="2204588"/>
              <a:ext cx="85871" cy="8587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3" name="Rectángulo: esquinas redondeadas 32"/>
          <p:cNvSpPr/>
          <p:nvPr/>
        </p:nvSpPr>
        <p:spPr>
          <a:xfrm>
            <a:off x="8157721" y="648224"/>
            <a:ext cx="265407" cy="20002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latin typeface="Century Gothic" panose="020B0502020202020204" pitchFamily="34" charset="0"/>
              </a:rPr>
              <a:t>4</a:t>
            </a:r>
            <a:endParaRPr lang="es-PE" sz="8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Chat-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876432" y="97902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LilianaDulce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proceso alternativo 14"/>
          <p:cNvSpPr/>
          <p:nvPr/>
        </p:nvSpPr>
        <p:spPr>
          <a:xfrm>
            <a:off x="4590682" y="602870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16" name="Diagrama de flujo: proceso alternativo 15"/>
          <p:cNvSpPr/>
          <p:nvPr/>
        </p:nvSpPr>
        <p:spPr>
          <a:xfrm>
            <a:off x="6304535" y="1244470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6082136" y="1051471"/>
            <a:ext cx="8435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latin typeface="Century Gothic" panose="020B0502020202020204" pitchFamily="34" charset="0"/>
              </a:rPr>
              <a:t>Hace 5 horas</a:t>
            </a:r>
            <a:endParaRPr lang="es-PE" sz="800" dirty="0">
              <a:latin typeface="Century Gothic" panose="020B05020202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115874" y="1707305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latin typeface="Century Gothic" panose="020B0502020202020204" pitchFamily="34" charset="0"/>
              </a:rPr>
              <a:t>Hace 1 hora</a:t>
            </a:r>
            <a:endParaRPr lang="es-PE" sz="800" dirty="0">
              <a:latin typeface="Century Gothic" panose="020B050202020202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8073739" y="6408992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FontAwesome" pitchFamily="2" charset="0"/>
              </a:rPr>
              <a:t></a:t>
            </a:r>
            <a:endParaRPr lang="es-PE" sz="12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22" name="Rectángulo: esquinas redondeadas 21"/>
          <p:cNvSpPr/>
          <p:nvPr/>
        </p:nvSpPr>
        <p:spPr>
          <a:xfrm>
            <a:off x="4642824" y="6442912"/>
            <a:ext cx="338459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latin typeface="Century Gothic" panose="020B0502020202020204" pitchFamily="34" charset="0"/>
              </a:rPr>
              <a:t>Escribe aquí tu mensaje</a:t>
            </a:r>
            <a:endParaRPr lang="es-PE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Chat-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876432" y="97902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LilianaDulce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proceso alternativo 14"/>
          <p:cNvSpPr/>
          <p:nvPr/>
        </p:nvSpPr>
        <p:spPr>
          <a:xfrm>
            <a:off x="4590682" y="602870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16" name="Diagrama de flujo: proceso alternativo 15"/>
          <p:cNvSpPr/>
          <p:nvPr/>
        </p:nvSpPr>
        <p:spPr>
          <a:xfrm>
            <a:off x="6304535" y="1244470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6082136" y="1051471"/>
            <a:ext cx="8435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latin typeface="Century Gothic" panose="020B0502020202020204" pitchFamily="34" charset="0"/>
              </a:rPr>
              <a:t>Hace 5 horas</a:t>
            </a:r>
            <a:endParaRPr lang="es-PE" sz="800" dirty="0">
              <a:latin typeface="Century Gothic" panose="020B05020202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115874" y="1707305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latin typeface="Century Gothic" panose="020B0502020202020204" pitchFamily="34" charset="0"/>
              </a:rPr>
              <a:t>Hace 1 hora</a:t>
            </a:r>
            <a:endParaRPr lang="es-PE" sz="800" dirty="0">
              <a:latin typeface="Century Gothic" panose="020B050202020202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8073739" y="6408992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FontAwesome" pitchFamily="2" charset="0"/>
              </a:rPr>
              <a:t></a:t>
            </a:r>
            <a:endParaRPr lang="es-PE" sz="12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22" name="Rectángulo: esquinas redondeadas 21"/>
          <p:cNvSpPr/>
          <p:nvPr/>
        </p:nvSpPr>
        <p:spPr>
          <a:xfrm>
            <a:off x="4642824" y="6442912"/>
            <a:ext cx="338459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latin typeface="Century Gothic" panose="020B0502020202020204" pitchFamily="34" charset="0"/>
              </a:rPr>
              <a:t>Escribe aquí tu mensaje</a:t>
            </a:r>
            <a:endParaRPr lang="es-PE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Chat-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876432" y="97902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LilianaDulce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proceso alternativo 14"/>
          <p:cNvSpPr/>
          <p:nvPr/>
        </p:nvSpPr>
        <p:spPr>
          <a:xfrm>
            <a:off x="4590682" y="602870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16" name="Diagrama de flujo: proceso alternativo 15"/>
          <p:cNvSpPr/>
          <p:nvPr/>
        </p:nvSpPr>
        <p:spPr>
          <a:xfrm>
            <a:off x="4590682" y="1852041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8073739" y="6408992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FontAwesome" pitchFamily="2" charset="0"/>
              </a:rPr>
              <a:t></a:t>
            </a:r>
            <a:endParaRPr lang="es-PE" sz="12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22" name="Rectángulo: esquinas redondeadas 21"/>
          <p:cNvSpPr/>
          <p:nvPr/>
        </p:nvSpPr>
        <p:spPr>
          <a:xfrm>
            <a:off x="4642824" y="6442912"/>
            <a:ext cx="338459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latin typeface="Century Gothic" panose="020B0502020202020204" pitchFamily="34" charset="0"/>
              </a:rPr>
              <a:t>Escribe aquí tu mensaje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3" name="Rectángulo: esquinas redondeadas 2"/>
          <p:cNvSpPr/>
          <p:nvPr/>
        </p:nvSpPr>
        <p:spPr>
          <a:xfrm>
            <a:off x="4590683" y="1130556"/>
            <a:ext cx="2075156" cy="278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RESPONDER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4590682" y="2481739"/>
            <a:ext cx="2075156" cy="278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RESPONDER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733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Mod13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50" y="3251562"/>
            <a:ext cx="2393375" cy="2393375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5" t="637" r="9531"/>
          <a:stretch>
            <a:fillRect/>
          </a:stretch>
        </p:blipFill>
        <p:spPr>
          <a:xfrm>
            <a:off x="4511053" y="0"/>
            <a:ext cx="3976688" cy="5021769"/>
          </a:xfrm>
          <a:custGeom>
            <a:avLst/>
            <a:gdLst>
              <a:gd name="connsiteX0" fmla="*/ 0 w 3976688"/>
              <a:gd name="connsiteY0" fmla="*/ 0 h 5021769"/>
              <a:gd name="connsiteX1" fmla="*/ 3976688 w 3976688"/>
              <a:gd name="connsiteY1" fmla="*/ 0 h 5021769"/>
              <a:gd name="connsiteX2" fmla="*/ 3976688 w 3976688"/>
              <a:gd name="connsiteY2" fmla="*/ 5021769 h 5021769"/>
              <a:gd name="connsiteX3" fmla="*/ 0 w 3976688"/>
              <a:gd name="connsiteY3" fmla="*/ 5021769 h 5021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6688" h="5021769">
                <a:moveTo>
                  <a:pt x="0" y="0"/>
                </a:moveTo>
                <a:lnTo>
                  <a:pt x="3976688" y="0"/>
                </a:lnTo>
                <a:lnTo>
                  <a:pt x="3976688" y="5021769"/>
                </a:lnTo>
                <a:lnTo>
                  <a:pt x="0" y="5021769"/>
                </a:lnTo>
                <a:close/>
              </a:path>
            </a:pathLst>
          </a:custGeom>
        </p:spPr>
      </p:pic>
      <p:sp>
        <p:nvSpPr>
          <p:cNvPr id="24" name="Forma libre: forma 23"/>
          <p:cNvSpPr/>
          <p:nvPr/>
        </p:nvSpPr>
        <p:spPr>
          <a:xfrm>
            <a:off x="4480547" y="3429000"/>
            <a:ext cx="3976688" cy="3429000"/>
          </a:xfrm>
          <a:custGeom>
            <a:avLst/>
            <a:gdLst>
              <a:gd name="connsiteX0" fmla="*/ 547579 w 3976688"/>
              <a:gd name="connsiteY0" fmla="*/ 0 h 4519885"/>
              <a:gd name="connsiteX1" fmla="*/ 3482785 w 3976688"/>
              <a:gd name="connsiteY1" fmla="*/ 0 h 4519885"/>
              <a:gd name="connsiteX2" fmla="*/ 3893073 w 3976688"/>
              <a:gd name="connsiteY2" fmla="*/ 125326 h 4519885"/>
              <a:gd name="connsiteX3" fmla="*/ 3976688 w 3976688"/>
              <a:gd name="connsiteY3" fmla="*/ 194314 h 4519885"/>
              <a:gd name="connsiteX4" fmla="*/ 3976688 w 3976688"/>
              <a:gd name="connsiteY4" fmla="*/ 4423465 h 4519885"/>
              <a:gd name="connsiteX5" fmla="*/ 3893073 w 3976688"/>
              <a:gd name="connsiteY5" fmla="*/ 4492454 h 4519885"/>
              <a:gd name="connsiteX6" fmla="*/ 3842534 w 3976688"/>
              <a:gd name="connsiteY6" fmla="*/ 4519885 h 4519885"/>
              <a:gd name="connsiteX7" fmla="*/ 187830 w 3976688"/>
              <a:gd name="connsiteY7" fmla="*/ 4519885 h 4519885"/>
              <a:gd name="connsiteX8" fmla="*/ 137291 w 3976688"/>
              <a:gd name="connsiteY8" fmla="*/ 4492454 h 4519885"/>
              <a:gd name="connsiteX9" fmla="*/ 28687 w 3976688"/>
              <a:gd name="connsiteY9" fmla="*/ 4402847 h 4519885"/>
              <a:gd name="connsiteX10" fmla="*/ 0 w 3976688"/>
              <a:gd name="connsiteY10" fmla="*/ 4368078 h 4519885"/>
              <a:gd name="connsiteX11" fmla="*/ 0 w 3976688"/>
              <a:gd name="connsiteY11" fmla="*/ 249701 h 4519885"/>
              <a:gd name="connsiteX12" fmla="*/ 28687 w 3976688"/>
              <a:gd name="connsiteY12" fmla="*/ 214932 h 4519885"/>
              <a:gd name="connsiteX13" fmla="*/ 547579 w 3976688"/>
              <a:gd name="connsiteY13" fmla="*/ 0 h 451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6688" h="4519885">
                <a:moveTo>
                  <a:pt x="547579" y="0"/>
                </a:moveTo>
                <a:lnTo>
                  <a:pt x="3482785" y="0"/>
                </a:lnTo>
                <a:cubicBezTo>
                  <a:pt x="3634765" y="0"/>
                  <a:pt x="3775954" y="46202"/>
                  <a:pt x="3893073" y="125326"/>
                </a:cubicBezTo>
                <a:lnTo>
                  <a:pt x="3976688" y="194314"/>
                </a:lnTo>
                <a:lnTo>
                  <a:pt x="3976688" y="4423465"/>
                </a:lnTo>
                <a:lnTo>
                  <a:pt x="3893073" y="4492454"/>
                </a:lnTo>
                <a:lnTo>
                  <a:pt x="3842534" y="4519885"/>
                </a:lnTo>
                <a:lnTo>
                  <a:pt x="187830" y="4519885"/>
                </a:lnTo>
                <a:lnTo>
                  <a:pt x="137291" y="4492454"/>
                </a:lnTo>
                <a:cubicBezTo>
                  <a:pt x="98252" y="4466079"/>
                  <a:pt x="61886" y="4436046"/>
                  <a:pt x="28687" y="4402847"/>
                </a:cubicBezTo>
                <a:lnTo>
                  <a:pt x="0" y="4368078"/>
                </a:lnTo>
                <a:lnTo>
                  <a:pt x="0" y="249701"/>
                </a:lnTo>
                <a:lnTo>
                  <a:pt x="28687" y="214932"/>
                </a:lnTo>
                <a:cubicBezTo>
                  <a:pt x="161483" y="82136"/>
                  <a:pt x="344939" y="0"/>
                  <a:pt x="547579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25" name="Rectángulo: esquinas redondeadas 24">
            <a:hlinkClick r:id="rId2" action="ppaction://hlinksldjump"/>
          </p:cNvPr>
          <p:cNvSpPr/>
          <p:nvPr/>
        </p:nvSpPr>
        <p:spPr>
          <a:xfrm>
            <a:off x="4841340" y="4850606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Google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5423582" y="3775998"/>
            <a:ext cx="20906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Registrarse en </a:t>
            </a:r>
            <a:r>
              <a:rPr lang="es-ES" sz="1600" b="1" dirty="0" err="1">
                <a:latin typeface="Century Gothic" panose="020B0502020202020204" pitchFamily="34" charset="0"/>
              </a:rPr>
              <a:t>Barsi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8663478" y="190313"/>
            <a:ext cx="3392967" cy="284289"/>
          </a:xfrm>
        </p:spPr>
        <p:txBody>
          <a:bodyPr>
            <a:normAutofit fontScale="90000"/>
          </a:bodyPr>
          <a:lstStyle/>
          <a:p>
            <a:r>
              <a:rPr lang="es-ES" sz="1800" dirty="0">
                <a:latin typeface="Arial Narrow" panose="020B0606020202030204" pitchFamily="34" charset="0"/>
              </a:rPr>
              <a:t>LOGIN</a:t>
            </a:r>
            <a:endParaRPr lang="es-PE" sz="18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733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mod18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50" y="3251562"/>
            <a:ext cx="2393375" cy="2393375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5" t="637" r="9531"/>
          <a:stretch>
            <a:fillRect/>
          </a:stretch>
        </p:blipFill>
        <p:spPr>
          <a:xfrm>
            <a:off x="4511053" y="0"/>
            <a:ext cx="3976688" cy="5021769"/>
          </a:xfrm>
          <a:custGeom>
            <a:avLst/>
            <a:gdLst>
              <a:gd name="connsiteX0" fmla="*/ 0 w 3976688"/>
              <a:gd name="connsiteY0" fmla="*/ 0 h 5021769"/>
              <a:gd name="connsiteX1" fmla="*/ 3976688 w 3976688"/>
              <a:gd name="connsiteY1" fmla="*/ 0 h 5021769"/>
              <a:gd name="connsiteX2" fmla="*/ 3976688 w 3976688"/>
              <a:gd name="connsiteY2" fmla="*/ 5021769 h 5021769"/>
              <a:gd name="connsiteX3" fmla="*/ 0 w 3976688"/>
              <a:gd name="connsiteY3" fmla="*/ 5021769 h 5021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6688" h="5021769">
                <a:moveTo>
                  <a:pt x="0" y="0"/>
                </a:moveTo>
                <a:lnTo>
                  <a:pt x="3976688" y="0"/>
                </a:lnTo>
                <a:lnTo>
                  <a:pt x="3976688" y="5021769"/>
                </a:lnTo>
                <a:lnTo>
                  <a:pt x="0" y="5021769"/>
                </a:lnTo>
                <a:close/>
              </a:path>
            </a:pathLst>
          </a:custGeom>
        </p:spPr>
      </p:pic>
      <p:sp>
        <p:nvSpPr>
          <p:cNvPr id="24" name="Forma libre: forma 23"/>
          <p:cNvSpPr/>
          <p:nvPr/>
        </p:nvSpPr>
        <p:spPr>
          <a:xfrm>
            <a:off x="4480547" y="3429000"/>
            <a:ext cx="3976688" cy="3429000"/>
          </a:xfrm>
          <a:custGeom>
            <a:avLst/>
            <a:gdLst>
              <a:gd name="connsiteX0" fmla="*/ 547579 w 3976688"/>
              <a:gd name="connsiteY0" fmla="*/ 0 h 4519885"/>
              <a:gd name="connsiteX1" fmla="*/ 3482785 w 3976688"/>
              <a:gd name="connsiteY1" fmla="*/ 0 h 4519885"/>
              <a:gd name="connsiteX2" fmla="*/ 3893073 w 3976688"/>
              <a:gd name="connsiteY2" fmla="*/ 125326 h 4519885"/>
              <a:gd name="connsiteX3" fmla="*/ 3976688 w 3976688"/>
              <a:gd name="connsiteY3" fmla="*/ 194314 h 4519885"/>
              <a:gd name="connsiteX4" fmla="*/ 3976688 w 3976688"/>
              <a:gd name="connsiteY4" fmla="*/ 4423465 h 4519885"/>
              <a:gd name="connsiteX5" fmla="*/ 3893073 w 3976688"/>
              <a:gd name="connsiteY5" fmla="*/ 4492454 h 4519885"/>
              <a:gd name="connsiteX6" fmla="*/ 3842534 w 3976688"/>
              <a:gd name="connsiteY6" fmla="*/ 4519885 h 4519885"/>
              <a:gd name="connsiteX7" fmla="*/ 187830 w 3976688"/>
              <a:gd name="connsiteY7" fmla="*/ 4519885 h 4519885"/>
              <a:gd name="connsiteX8" fmla="*/ 137291 w 3976688"/>
              <a:gd name="connsiteY8" fmla="*/ 4492454 h 4519885"/>
              <a:gd name="connsiteX9" fmla="*/ 28687 w 3976688"/>
              <a:gd name="connsiteY9" fmla="*/ 4402847 h 4519885"/>
              <a:gd name="connsiteX10" fmla="*/ 0 w 3976688"/>
              <a:gd name="connsiteY10" fmla="*/ 4368078 h 4519885"/>
              <a:gd name="connsiteX11" fmla="*/ 0 w 3976688"/>
              <a:gd name="connsiteY11" fmla="*/ 249701 h 4519885"/>
              <a:gd name="connsiteX12" fmla="*/ 28687 w 3976688"/>
              <a:gd name="connsiteY12" fmla="*/ 214932 h 4519885"/>
              <a:gd name="connsiteX13" fmla="*/ 547579 w 3976688"/>
              <a:gd name="connsiteY13" fmla="*/ 0 h 451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6688" h="4519885">
                <a:moveTo>
                  <a:pt x="547579" y="0"/>
                </a:moveTo>
                <a:lnTo>
                  <a:pt x="3482785" y="0"/>
                </a:lnTo>
                <a:cubicBezTo>
                  <a:pt x="3634765" y="0"/>
                  <a:pt x="3775954" y="46202"/>
                  <a:pt x="3893073" y="125326"/>
                </a:cubicBezTo>
                <a:lnTo>
                  <a:pt x="3976688" y="194314"/>
                </a:lnTo>
                <a:lnTo>
                  <a:pt x="3976688" y="4423465"/>
                </a:lnTo>
                <a:lnTo>
                  <a:pt x="3893073" y="4492454"/>
                </a:lnTo>
                <a:lnTo>
                  <a:pt x="3842534" y="4519885"/>
                </a:lnTo>
                <a:lnTo>
                  <a:pt x="187830" y="4519885"/>
                </a:lnTo>
                <a:lnTo>
                  <a:pt x="137291" y="4492454"/>
                </a:lnTo>
                <a:cubicBezTo>
                  <a:pt x="98252" y="4466079"/>
                  <a:pt x="61886" y="4436046"/>
                  <a:pt x="28687" y="4402847"/>
                </a:cubicBezTo>
                <a:lnTo>
                  <a:pt x="0" y="4368078"/>
                </a:lnTo>
                <a:lnTo>
                  <a:pt x="0" y="249701"/>
                </a:lnTo>
                <a:lnTo>
                  <a:pt x="28687" y="214932"/>
                </a:lnTo>
                <a:cubicBezTo>
                  <a:pt x="161483" y="82136"/>
                  <a:pt x="344939" y="0"/>
                  <a:pt x="547579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25" name="Rectángulo: esquinas redondeadas 24">
            <a:hlinkClick r:id="rId2" action="ppaction://hlinksldjump"/>
          </p:cNvPr>
          <p:cNvSpPr/>
          <p:nvPr/>
        </p:nvSpPr>
        <p:spPr>
          <a:xfrm>
            <a:off x="4841340" y="4850606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CLIE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5066911" y="3775998"/>
            <a:ext cx="2803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Seleccione como ingresar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" name="Rectángulo: esquinas redondeadas 2">
            <a:hlinkClick r:id="rId2" action="ppaction://hlinksldjump"/>
          </p:cNvPr>
          <p:cNvSpPr/>
          <p:nvPr/>
        </p:nvSpPr>
        <p:spPr>
          <a:xfrm>
            <a:off x="4841339" y="5352043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FICH</a:t>
            </a:r>
            <a:endParaRPr lang="es-PE" sz="15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14984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Mod16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Enviar a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 acompañantes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Comentarios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8224" y="514851"/>
            <a:ext cx="3942819" cy="5794508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6972916" y="2284853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5247138" y="1950937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5909141" y="2585388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1" name="Bocadillo: rectángulo con esquinas redondeadas 20"/>
          <p:cNvSpPr/>
          <p:nvPr/>
        </p:nvSpPr>
        <p:spPr>
          <a:xfrm>
            <a:off x="6942846" y="2047633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Glamour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2" name="Bocadillo: rectángulo con esquinas redondeadas 21"/>
          <p:cNvSpPr/>
          <p:nvPr/>
        </p:nvSpPr>
        <p:spPr>
          <a:xfrm>
            <a:off x="5140860" y="1676808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Bunker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3" name="Bocadillo: rectángulo con esquinas redondeadas 22"/>
          <p:cNvSpPr/>
          <p:nvPr/>
        </p:nvSpPr>
        <p:spPr>
          <a:xfrm>
            <a:off x="5897567" y="2280481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Texas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4876432" y="97902"/>
            <a:ext cx="1731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Lugares cercanos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4495800" y="6167273"/>
            <a:ext cx="3975243" cy="6907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CuadroTexto 27"/>
          <p:cNvSpPr txBox="1"/>
          <p:nvPr/>
        </p:nvSpPr>
        <p:spPr>
          <a:xfrm>
            <a:off x="4523462" y="6479178"/>
            <a:ext cx="2140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Av. Colmena 444 Lima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4494355" y="6174082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CLIMAX NC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9457410" y="4876101"/>
            <a:ext cx="1886862" cy="22536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ABRIR EN MAPS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6" name="Rectángulo: esquinas redondeadas 15"/>
          <p:cNvSpPr/>
          <p:nvPr/>
        </p:nvSpPr>
        <p:spPr>
          <a:xfrm>
            <a:off x="9589129" y="5316773"/>
            <a:ext cx="1886862" cy="22535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ACOMPAÑANTES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6521906" y="6357865"/>
            <a:ext cx="1445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400" dirty="0">
                <a:latin typeface="FontAwesome" pitchFamily="2" charset="0"/>
              </a:rPr>
              <a:t></a:t>
            </a:r>
            <a:endParaRPr lang="es-PE" sz="1400" dirty="0"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 flipV="1">
            <a:off x="7971274" y="6344971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557025" y="161800"/>
            <a:ext cx="349942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Responder mensaje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Modxx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los mensajes de chat se manden a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el localhost:84/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barsi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 una variable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Python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Usan los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sunmi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como impresoras de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Boton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mandar imprimir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sunmis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pueden ver listados de cosas 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Puntuales para no estar abriendo x ejemplo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determinados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querys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barsi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Directamente se genera una pestaña en la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de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barsi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eso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USAR EN ANDROID ECLIPSE antiguo para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Crear apps para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sunmi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Generar un pequeño video recontra liviano al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Inicio para mostrar una pequeña novedad de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Barsi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Puntual como un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/>
          <p:cNvSpPr/>
          <p:nvPr/>
        </p:nvSpPr>
        <p:spPr>
          <a:xfrm>
            <a:off x="5566731" y="648224"/>
            <a:ext cx="2703879" cy="11091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16"/>
          <p:cNvCxnSpPr>
            <a:stCxn id="15" idx="1"/>
            <a:endCxn id="15" idx="3"/>
          </p:cNvCxnSpPr>
          <p:nvPr/>
        </p:nvCxnSpPr>
        <p:spPr>
          <a:xfrm>
            <a:off x="5566731" y="1202808"/>
            <a:ext cx="27038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5542572" y="877574"/>
            <a:ext cx="18117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Arial Narrow" panose="020B0606020202030204" pitchFamily="34" charset="0"/>
              </a:rPr>
              <a:t>Quiero a la piscina el </a:t>
            </a:r>
            <a:r>
              <a:rPr lang="es-ES" sz="1200" dirty="0" err="1">
                <a:latin typeface="Arial Narrow" panose="020B0606020202030204" pitchFamily="34" charset="0"/>
              </a:rPr>
              <a:t>sabado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5542572" y="1425127"/>
            <a:ext cx="2095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Arial Narrow" panose="020B0606020202030204" pitchFamily="34" charset="0"/>
              </a:rPr>
              <a:t>Claro, podemos coordinarlo ahora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8073739" y="6408992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FontAwesome" pitchFamily="2" charset="0"/>
              </a:rPr>
              <a:t></a:t>
            </a:r>
            <a:endParaRPr lang="es-PE" sz="12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22" name="Rectángulo: esquinas redondeadas 21"/>
          <p:cNvSpPr/>
          <p:nvPr/>
        </p:nvSpPr>
        <p:spPr>
          <a:xfrm>
            <a:off x="4642824" y="6442912"/>
            <a:ext cx="338459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latin typeface="Century Gothic" panose="020B0502020202020204" pitchFamily="34" charset="0"/>
              </a:rPr>
              <a:t>Escribe aquí tu mensaje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24" name="Diagrama de flujo: proceso alternativo 23"/>
          <p:cNvSpPr/>
          <p:nvPr/>
        </p:nvSpPr>
        <p:spPr>
          <a:xfrm>
            <a:off x="4642824" y="2040031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25" name="Elipse 24"/>
          <p:cNvSpPr/>
          <p:nvPr/>
        </p:nvSpPr>
        <p:spPr>
          <a:xfrm>
            <a:off x="6820289" y="2096395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FontAwesome" pitchFamily="2" charset="0"/>
              </a:rPr>
              <a:t></a:t>
            </a:r>
            <a:endParaRPr lang="es-PE" sz="12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5542572" y="1186996"/>
            <a:ext cx="1234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 err="1">
                <a:latin typeface="Century Gothic" panose="020B0502020202020204" pitchFamily="34" charset="0"/>
              </a:rPr>
              <a:t>JuanDeMarco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5576065" y="685785"/>
            <a:ext cx="6575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Century Gothic" panose="020B0502020202020204" pitchFamily="34" charset="0"/>
              </a:rPr>
              <a:t>Liliana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557025" y="161800"/>
            <a:ext cx="226376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Responder mensaje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Modxx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Puntual como un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Arial Narrow" panose="020B0606020202030204" pitchFamily="34" charset="0"/>
              </a:rPr>
              <a:t>Playa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/>
          <p:cNvSpPr/>
          <p:nvPr/>
        </p:nvSpPr>
        <p:spPr>
          <a:xfrm>
            <a:off x="5566731" y="648224"/>
            <a:ext cx="2703879" cy="11091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16"/>
          <p:cNvCxnSpPr>
            <a:stCxn id="15" idx="1"/>
            <a:endCxn id="15" idx="3"/>
          </p:cNvCxnSpPr>
          <p:nvPr/>
        </p:nvCxnSpPr>
        <p:spPr>
          <a:xfrm>
            <a:off x="5566731" y="1202808"/>
            <a:ext cx="27038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5542572" y="877574"/>
            <a:ext cx="18117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Arial Narrow" panose="020B0606020202030204" pitchFamily="34" charset="0"/>
              </a:rPr>
              <a:t>Quiero a la piscina el </a:t>
            </a:r>
            <a:r>
              <a:rPr lang="es-ES" sz="1200" dirty="0" err="1">
                <a:latin typeface="Arial Narrow" panose="020B0606020202030204" pitchFamily="34" charset="0"/>
              </a:rPr>
              <a:t>sabado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5542572" y="1425127"/>
            <a:ext cx="2095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Arial Narrow" panose="020B0606020202030204" pitchFamily="34" charset="0"/>
              </a:rPr>
              <a:t>Claro, podemos coordinarlo ahora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8073739" y="6408992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FontAwesome" pitchFamily="2" charset="0"/>
              </a:rPr>
              <a:t></a:t>
            </a:r>
            <a:endParaRPr lang="es-PE" sz="12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22" name="Rectángulo: esquinas redondeadas 21"/>
          <p:cNvSpPr/>
          <p:nvPr/>
        </p:nvSpPr>
        <p:spPr>
          <a:xfrm>
            <a:off x="4642824" y="6442912"/>
            <a:ext cx="338459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>
                <a:latin typeface="Century Gothic" panose="020B0502020202020204" pitchFamily="34" charset="0"/>
              </a:rPr>
              <a:t>Escribe aquí tu mensaje</a:t>
            </a:r>
            <a:endParaRPr lang="es-PE" sz="1200" dirty="0">
              <a:latin typeface="Century Gothic" panose="020B0502020202020204" pitchFamily="34" charset="0"/>
            </a:endParaRPr>
          </a:p>
        </p:txBody>
      </p:sp>
      <p:sp>
        <p:nvSpPr>
          <p:cNvPr id="24" name="Diagrama de flujo: proceso alternativo 23"/>
          <p:cNvSpPr/>
          <p:nvPr/>
        </p:nvSpPr>
        <p:spPr>
          <a:xfrm>
            <a:off x="4642824" y="2040031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25" name="Elipse 24"/>
          <p:cNvSpPr/>
          <p:nvPr/>
        </p:nvSpPr>
        <p:spPr>
          <a:xfrm>
            <a:off x="6820289" y="2096395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FontAwesome" pitchFamily="2" charset="0"/>
              </a:rPr>
              <a:t></a:t>
            </a:r>
            <a:endParaRPr lang="es-PE" sz="12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5542572" y="1186996"/>
            <a:ext cx="1234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 err="1">
                <a:latin typeface="Century Gothic" panose="020B0502020202020204" pitchFamily="34" charset="0"/>
              </a:rPr>
              <a:t>JuanDeMarco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5576065" y="685785"/>
            <a:ext cx="6575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Century Gothic" panose="020B0502020202020204" pitchFamily="34" charset="0"/>
              </a:rPr>
              <a:t>Liliana</a:t>
            </a:r>
            <a:endParaRPr lang="es-PE" sz="1200" b="1" dirty="0">
              <a:latin typeface="Century Gothic" panose="020B0502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  <p:sp>
        <p:nvSpPr>
          <p:cNvPr id="7" name="Rectángulo: esquinas redondeadas 6"/>
          <p:cNvSpPr/>
          <p:nvPr/>
        </p:nvSpPr>
        <p:spPr>
          <a:xfrm>
            <a:off x="4832256" y="2652387"/>
            <a:ext cx="861305" cy="11699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 flipH="1">
            <a:off x="5048657" y="2822603"/>
            <a:ext cx="413327" cy="413327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16" name="CuadroTexto 15"/>
          <p:cNvSpPr txBox="1"/>
          <p:nvPr/>
        </p:nvSpPr>
        <p:spPr>
          <a:xfrm>
            <a:off x="4832257" y="3223588"/>
            <a:ext cx="861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Arial Narrow" panose="020B0606020202030204" pitchFamily="34" charset="0"/>
              </a:rPr>
              <a:t>Liliana</a:t>
            </a:r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18" name="Rectángulo: esquinas redondeadas 17"/>
          <p:cNvSpPr/>
          <p:nvPr/>
        </p:nvSpPr>
        <p:spPr>
          <a:xfrm>
            <a:off x="4884794" y="3562179"/>
            <a:ext cx="736540" cy="1494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Arial Narrow" panose="020B0606020202030204" pitchFamily="34" charset="0"/>
              </a:rPr>
              <a:t>INVITAR</a:t>
            </a:r>
            <a:endParaRPr lang="es-PE" sz="1000" dirty="0">
              <a:latin typeface="Arial Narrow" panose="020B0606020202030204" pitchFamily="34" charset="0"/>
            </a:endParaRPr>
          </a:p>
        </p:txBody>
      </p:sp>
      <p:sp>
        <p:nvSpPr>
          <p:cNvPr id="28" name="Rectángulo: esquinas redondeadas 27"/>
          <p:cNvSpPr/>
          <p:nvPr/>
        </p:nvSpPr>
        <p:spPr>
          <a:xfrm>
            <a:off x="5812808" y="2652387"/>
            <a:ext cx="841618" cy="11699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 flipH="1">
            <a:off x="6026953" y="2810261"/>
            <a:ext cx="413327" cy="413327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30" name="CuadroTexto 29"/>
          <p:cNvSpPr txBox="1"/>
          <p:nvPr/>
        </p:nvSpPr>
        <p:spPr>
          <a:xfrm>
            <a:off x="5812809" y="3223588"/>
            <a:ext cx="841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Arial Narrow" panose="020B0606020202030204" pitchFamily="34" charset="0"/>
              </a:rPr>
              <a:t>Daniela</a:t>
            </a:r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33" name="Rectángulo: esquinas redondeadas 32"/>
          <p:cNvSpPr/>
          <p:nvPr/>
        </p:nvSpPr>
        <p:spPr>
          <a:xfrm>
            <a:off x="5865347" y="3562179"/>
            <a:ext cx="736540" cy="1494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Arial Narrow" panose="020B0606020202030204" pitchFamily="34" charset="0"/>
              </a:rPr>
              <a:t>INVITAR</a:t>
            </a:r>
            <a:endParaRPr lang="es-PE" sz="1000" dirty="0">
              <a:latin typeface="Arial Narrow" panose="020B0606020202030204" pitchFamily="34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3479495" y="831407"/>
            <a:ext cx="32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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38" name="Elipse 37"/>
          <p:cNvSpPr/>
          <p:nvPr/>
        </p:nvSpPr>
        <p:spPr>
          <a:xfrm>
            <a:off x="6433536" y="2555830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39" name="Elipse 38"/>
          <p:cNvSpPr/>
          <p:nvPr/>
        </p:nvSpPr>
        <p:spPr>
          <a:xfrm>
            <a:off x="5445121" y="2561283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40" name="Elipse 39"/>
          <p:cNvSpPr/>
          <p:nvPr/>
        </p:nvSpPr>
        <p:spPr>
          <a:xfrm>
            <a:off x="2175184" y="3247298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41" name="Elipse 40"/>
          <p:cNvSpPr/>
          <p:nvPr/>
        </p:nvSpPr>
        <p:spPr>
          <a:xfrm>
            <a:off x="2327584" y="3399698"/>
            <a:ext cx="352425" cy="3524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latin typeface="FontAwesome" pitchFamily="2" charset="0"/>
              </a:rPr>
              <a:t></a:t>
            </a:r>
            <a:endParaRPr lang="es-PE" sz="1200" dirty="0">
              <a:latin typeface="FontAwesome" pitchFamily="2" charset="0"/>
            </a:endParaRPr>
          </a:p>
        </p:txBody>
      </p:sp>
      <p:sp>
        <p:nvSpPr>
          <p:cNvPr id="42" name="Diagrama de flujo: proceso alternativo 41"/>
          <p:cNvSpPr/>
          <p:nvPr/>
        </p:nvSpPr>
        <p:spPr>
          <a:xfrm>
            <a:off x="6195454" y="3966955"/>
            <a:ext cx="2075156" cy="4651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000" dirty="0" err="1">
                <a:latin typeface="Aptos Narrow" panose="020B0004020202020204" pitchFamily="34" charset="0"/>
              </a:rPr>
              <a:t>eget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fusce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luctus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hendrerit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diam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nam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curae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placerat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nascetur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scelerisque</a:t>
            </a:r>
            <a:r>
              <a:rPr lang="es-PE" sz="1000" dirty="0">
                <a:latin typeface="Aptos Narrow" panose="020B0004020202020204" pitchFamily="34" charset="0"/>
              </a:rPr>
              <a:t>, id </a:t>
            </a:r>
            <a:r>
              <a:rPr lang="es-PE" sz="1000" dirty="0" err="1">
                <a:latin typeface="Aptos Narrow" panose="020B0004020202020204" pitchFamily="34" charset="0"/>
              </a:rPr>
              <a:t>arcu</a:t>
            </a:r>
            <a:r>
              <a:rPr lang="es-PE" sz="1000" dirty="0">
                <a:latin typeface="Aptos Narrow" panose="020B0004020202020204" pitchFamily="34" charset="0"/>
              </a:rPr>
              <a:t> </a:t>
            </a:r>
            <a:r>
              <a:rPr lang="es-PE" sz="1000" dirty="0" err="1">
                <a:latin typeface="Aptos Narrow" panose="020B0004020202020204" pitchFamily="34" charset="0"/>
              </a:rPr>
              <a:t>maecenas</a:t>
            </a:r>
            <a:endParaRPr lang="es-PE" sz="1000" dirty="0">
              <a:latin typeface="Aptos Narrow" panose="020B0004020202020204" pitchFamily="34" charset="0"/>
            </a:endParaRPr>
          </a:p>
        </p:txBody>
      </p:sp>
      <p:sp>
        <p:nvSpPr>
          <p:cNvPr id="46" name="Rectángulo: esquinas redondeadas 45"/>
          <p:cNvSpPr/>
          <p:nvPr/>
        </p:nvSpPr>
        <p:spPr>
          <a:xfrm>
            <a:off x="4765963" y="5344759"/>
            <a:ext cx="2075157" cy="2378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Discoteca en el centro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47" name="Rectángulo: esquinas redondeadas 46"/>
          <p:cNvSpPr/>
          <p:nvPr/>
        </p:nvSpPr>
        <p:spPr>
          <a:xfrm>
            <a:off x="4765965" y="4999838"/>
            <a:ext cx="2019996" cy="2223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Salida al cine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48" name="Rectángulo: esquinas redondeadas 47"/>
          <p:cNvSpPr/>
          <p:nvPr/>
        </p:nvSpPr>
        <p:spPr>
          <a:xfrm>
            <a:off x="4765963" y="4666810"/>
            <a:ext cx="2019997" cy="22236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Playa</a:t>
            </a:r>
            <a:endParaRPr lang="es-PE" sz="12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7040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Mod24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94146" y="557997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71071" y="555599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47996" y="566590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19" name="CuadroTexto 18"/>
          <p:cNvSpPr txBox="1"/>
          <p:nvPr/>
        </p:nvSpPr>
        <p:spPr>
          <a:xfrm>
            <a:off x="5262701" y="507863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585312" y="507861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892163" y="514437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80713" y="2389080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57638" y="2386682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34563" y="2397673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25" name="CuadroTexto 24"/>
          <p:cNvSpPr txBox="1"/>
          <p:nvPr/>
        </p:nvSpPr>
        <p:spPr>
          <a:xfrm>
            <a:off x="5249268" y="2338946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6571879" y="2338944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7878730" y="234552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4876432" y="97902"/>
            <a:ext cx="20858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 err="1">
                <a:latin typeface="Century Gothic" panose="020B0502020202020204" pitchFamily="34" charset="0"/>
              </a:rPr>
              <a:t>Galeria</a:t>
            </a:r>
            <a:r>
              <a:rPr lang="es-ES" sz="1600" b="1" dirty="0">
                <a:latin typeface="Century Gothic" panose="020B0502020202020204" pitchFamily="34" charset="0"/>
              </a:rPr>
              <a:t> de estados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67280" y="4238445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44205" y="4236047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21130" y="4247038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33" name="CuadroTexto 32"/>
          <p:cNvSpPr txBox="1"/>
          <p:nvPr/>
        </p:nvSpPr>
        <p:spPr>
          <a:xfrm>
            <a:off x="5235835" y="4188311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6558446" y="4188309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7865297" y="4194885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7501548" y="5473938"/>
            <a:ext cx="869625" cy="8696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+</a:t>
            </a:r>
            <a:endParaRPr lang="es-PE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7040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Mod25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94146" y="557997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71071" y="555599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47996" y="566590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19" name="CuadroTexto 18"/>
          <p:cNvSpPr txBox="1"/>
          <p:nvPr/>
        </p:nvSpPr>
        <p:spPr>
          <a:xfrm>
            <a:off x="5262701" y="507863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585312" y="507861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892163" y="514437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80713" y="2389080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57638" y="2386682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34563" y="2397673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25" name="CuadroTexto 24"/>
          <p:cNvSpPr txBox="1"/>
          <p:nvPr/>
        </p:nvSpPr>
        <p:spPr>
          <a:xfrm>
            <a:off x="5249268" y="2338946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6571879" y="2338944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7878730" y="234552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4876432" y="97902"/>
            <a:ext cx="1781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 err="1">
                <a:latin typeface="Century Gothic" panose="020B0502020202020204" pitchFamily="34" charset="0"/>
              </a:rPr>
              <a:t>Galeria</a:t>
            </a:r>
            <a:r>
              <a:rPr lang="es-ES" sz="1600" b="1" dirty="0">
                <a:latin typeface="Century Gothic" panose="020B0502020202020204" pitchFamily="34" charset="0"/>
              </a:rPr>
              <a:t> de fotos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4567280" y="4238445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5844205" y="4236047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" r="903" b="22481"/>
          <a:stretch>
            <a:fillRect/>
          </a:stretch>
        </p:blipFill>
        <p:spPr>
          <a:xfrm>
            <a:off x="7121130" y="4247038"/>
            <a:ext cx="1223177" cy="1688926"/>
          </a:xfrm>
          <a:custGeom>
            <a:avLst/>
            <a:gdLst>
              <a:gd name="connsiteX0" fmla="*/ 210336 w 1322202"/>
              <a:gd name="connsiteY0" fmla="*/ 0 h 1825657"/>
              <a:gd name="connsiteX1" fmla="*/ 1099824 w 1322202"/>
              <a:gd name="connsiteY1" fmla="*/ 0 h 1825657"/>
              <a:gd name="connsiteX2" fmla="*/ 1322202 w 1322202"/>
              <a:gd name="connsiteY2" fmla="*/ 222378 h 1825657"/>
              <a:gd name="connsiteX3" fmla="*/ 1322202 w 1322202"/>
              <a:gd name="connsiteY3" fmla="*/ 1603279 h 1825657"/>
              <a:gd name="connsiteX4" fmla="*/ 1099824 w 1322202"/>
              <a:gd name="connsiteY4" fmla="*/ 1825657 h 1825657"/>
              <a:gd name="connsiteX5" fmla="*/ 210336 w 1322202"/>
              <a:gd name="connsiteY5" fmla="*/ 1825657 h 1825657"/>
              <a:gd name="connsiteX6" fmla="*/ 5434 w 1322202"/>
              <a:gd name="connsiteY6" fmla="*/ 1689839 h 1825657"/>
              <a:gd name="connsiteX7" fmla="*/ 0 w 1322202"/>
              <a:gd name="connsiteY7" fmla="*/ 1672335 h 1825657"/>
              <a:gd name="connsiteX8" fmla="*/ 0 w 1322202"/>
              <a:gd name="connsiteY8" fmla="*/ 153323 h 1825657"/>
              <a:gd name="connsiteX9" fmla="*/ 5434 w 1322202"/>
              <a:gd name="connsiteY9" fmla="*/ 135819 h 1825657"/>
              <a:gd name="connsiteX10" fmla="*/ 210336 w 1322202"/>
              <a:gd name="connsiteY10" fmla="*/ 0 h 182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22202" h="1825657">
                <a:moveTo>
                  <a:pt x="210336" y="0"/>
                </a:moveTo>
                <a:lnTo>
                  <a:pt x="1099824" y="0"/>
                </a:lnTo>
                <a:cubicBezTo>
                  <a:pt x="1222640" y="0"/>
                  <a:pt x="1322202" y="99562"/>
                  <a:pt x="1322202" y="222378"/>
                </a:cubicBezTo>
                <a:lnTo>
                  <a:pt x="1322202" y="1603279"/>
                </a:lnTo>
                <a:cubicBezTo>
                  <a:pt x="1322202" y="1726095"/>
                  <a:pt x="1222640" y="1825657"/>
                  <a:pt x="1099824" y="1825657"/>
                </a:cubicBezTo>
                <a:lnTo>
                  <a:pt x="210336" y="1825657"/>
                </a:lnTo>
                <a:cubicBezTo>
                  <a:pt x="118224" y="1825657"/>
                  <a:pt x="39193" y="1769653"/>
                  <a:pt x="5434" y="1689839"/>
                </a:cubicBezTo>
                <a:lnTo>
                  <a:pt x="0" y="1672335"/>
                </a:lnTo>
                <a:lnTo>
                  <a:pt x="0" y="153323"/>
                </a:lnTo>
                <a:lnTo>
                  <a:pt x="5434" y="135819"/>
                </a:lnTo>
                <a:cubicBezTo>
                  <a:pt x="39193" y="56004"/>
                  <a:pt x="118224" y="0"/>
                  <a:pt x="210336" y="0"/>
                </a:cubicBezTo>
                <a:close/>
              </a:path>
            </a:pathLst>
          </a:custGeom>
        </p:spPr>
      </p:pic>
      <p:sp>
        <p:nvSpPr>
          <p:cNvPr id="33" name="CuadroTexto 32"/>
          <p:cNvSpPr txBox="1"/>
          <p:nvPr/>
        </p:nvSpPr>
        <p:spPr>
          <a:xfrm>
            <a:off x="5235835" y="4188311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6558446" y="4188309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7865297" y="4194885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7501548" y="5473938"/>
            <a:ext cx="869625" cy="8696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+</a:t>
            </a:r>
            <a:endParaRPr lang="es-PE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670723" y="63401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Mod22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Avisos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310425" y="1569446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47050" y="1197017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/>
          <p:cNvGraphicFramePr>
            <a:graphicFrameLocks noGrp="1"/>
          </p:cNvGraphicFramePr>
          <p:nvPr/>
        </p:nvGraphicFramePr>
        <p:xfrm>
          <a:off x="4508787" y="624188"/>
          <a:ext cx="370998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728"/>
                <a:gridCol w="3295260"/>
              </a:tblGrid>
              <a:tr h="370840">
                <a:tc>
                  <a:txBody>
                    <a:bodyPr/>
                    <a:lstStyle/>
                    <a:p>
                      <a:endParaRPr lang="es-PE" sz="1800" b="0" i="0" dirty="0">
                        <a:solidFill>
                          <a:schemeClr val="tx1"/>
                        </a:solidFill>
                        <a:latin typeface="FontAwesom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@alondra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quiero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ir a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paracas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este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fin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 semana #playa #viaje #finDeSemana –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Ubicación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: Villa El Salvador - Lima</a:t>
                      </a:r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sz="1800" i="0" kern="1200" dirty="0">
                        <a:solidFill>
                          <a:schemeClr val="tx1"/>
                        </a:solidFill>
                        <a:latin typeface="FontAwesom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@alondra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quiero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ir a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paracas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este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fin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 semana #playa #viaje #finDeSemana –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Ubicación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: Villa El Salvador - Lima</a:t>
                      </a:r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@alondra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quiero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ir a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paracas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este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fin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 semana #playa #viaje #finDeSemana –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Ubicación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: Villa El Salvador - Lima</a:t>
                      </a:r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@alondra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quiero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ir a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paracas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este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fin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 semana #playa #viaje #finDeSemana –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Ubicación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: Villa El Salvador – Lima</a:t>
                      </a:r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Rectángulo: esquinas redondeadas 16"/>
          <p:cNvSpPr/>
          <p:nvPr/>
        </p:nvSpPr>
        <p:spPr>
          <a:xfrm>
            <a:off x="369808" y="3342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8" name="Rectángulo: esquinas redondeadas 7"/>
          <p:cNvSpPr/>
          <p:nvPr/>
        </p:nvSpPr>
        <p:spPr>
          <a:xfrm>
            <a:off x="4957762" y="1154044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CUMPLIR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18" name="Rectángulo: esquinas redondeadas 17"/>
          <p:cNvSpPr/>
          <p:nvPr/>
        </p:nvSpPr>
        <p:spPr>
          <a:xfrm>
            <a:off x="6345747" y="1154044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86384" y="491380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4595905" y="2877284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4589452" y="2243007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4614332" y="1617174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4614333" y="772022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24" name="Rectángulo: esquinas redondeadas 23"/>
          <p:cNvSpPr/>
          <p:nvPr/>
        </p:nvSpPr>
        <p:spPr>
          <a:xfrm>
            <a:off x="4974070" y="1884826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CUMPLIR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5" name="Rectángulo: esquinas redondeadas 24"/>
          <p:cNvSpPr/>
          <p:nvPr/>
        </p:nvSpPr>
        <p:spPr>
          <a:xfrm>
            <a:off x="6363781" y="1893593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6" name="Rectángulo: esquinas redondeadas 25"/>
          <p:cNvSpPr/>
          <p:nvPr/>
        </p:nvSpPr>
        <p:spPr>
          <a:xfrm>
            <a:off x="4957762" y="2582052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CUMPLIR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7" name="Rectángulo: esquinas redondeadas 26"/>
          <p:cNvSpPr/>
          <p:nvPr/>
        </p:nvSpPr>
        <p:spPr>
          <a:xfrm>
            <a:off x="6345746" y="2582051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8" name="Rectángulo: esquinas redondeadas 27"/>
          <p:cNvSpPr/>
          <p:nvPr/>
        </p:nvSpPr>
        <p:spPr>
          <a:xfrm>
            <a:off x="4957762" y="3302494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CUMPLIR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9" name="Rectángulo: esquinas redondeadas 28"/>
          <p:cNvSpPr/>
          <p:nvPr/>
        </p:nvSpPr>
        <p:spPr>
          <a:xfrm>
            <a:off x="6345745" y="3302494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4896719" y="79645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>
                <a:latin typeface="Century Gothic" panose="020B0502020202020204" pitchFamily="34" charset="0"/>
              </a:rPr>
              <a:t>Avisos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465026" y="2845148"/>
            <a:ext cx="3148337" cy="33788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ángulo: esquinas redondeadas 31"/>
          <p:cNvSpPr/>
          <p:nvPr/>
        </p:nvSpPr>
        <p:spPr>
          <a:xfrm>
            <a:off x="500390" y="3287899"/>
            <a:ext cx="3043679" cy="11496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quiero</a:t>
            </a:r>
            <a:r>
              <a:rPr lang="pt-BR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ir a </a:t>
            </a:r>
            <a:r>
              <a:rPr lang="pt-BR" sz="1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paracas</a:t>
            </a:r>
            <a:r>
              <a:rPr lang="pt-BR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este </a:t>
            </a:r>
            <a:r>
              <a:rPr lang="pt-BR" sz="1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fin</a:t>
            </a:r>
            <a:r>
              <a:rPr lang="pt-BR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de semana</a:t>
            </a:r>
            <a:endParaRPr lang="pt-BR" sz="1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algn="ctr"/>
            <a:endParaRPr lang="es-PE" sz="1000" dirty="0"/>
          </a:p>
        </p:txBody>
      </p:sp>
      <p:sp>
        <p:nvSpPr>
          <p:cNvPr id="33" name="Rectángulo: esquinas redondeadas 32"/>
          <p:cNvSpPr/>
          <p:nvPr/>
        </p:nvSpPr>
        <p:spPr>
          <a:xfrm>
            <a:off x="514362" y="5877391"/>
            <a:ext cx="3015734" cy="26868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RESPONDER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34" name="Conector recto 33"/>
          <p:cNvCxnSpPr/>
          <p:nvPr/>
        </p:nvCxnSpPr>
        <p:spPr>
          <a:xfrm flipH="1">
            <a:off x="474767" y="3178142"/>
            <a:ext cx="31385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3177696" y="281806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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37" name="Rectángulo: esquinas redondeadas 36"/>
          <p:cNvSpPr/>
          <p:nvPr/>
        </p:nvSpPr>
        <p:spPr>
          <a:xfrm>
            <a:off x="514362" y="5315519"/>
            <a:ext cx="3015734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Villa el salvador - lima</a:t>
            </a:r>
            <a:endParaRPr lang="es-PE" dirty="0"/>
          </a:p>
        </p:txBody>
      </p:sp>
      <p:sp>
        <p:nvSpPr>
          <p:cNvPr id="38" name="Rectángulo: esquinas redondeadas 37"/>
          <p:cNvSpPr/>
          <p:nvPr/>
        </p:nvSpPr>
        <p:spPr>
          <a:xfrm>
            <a:off x="514362" y="4718146"/>
            <a:ext cx="3015734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#playa #viaje #findesemana</a:t>
            </a:r>
            <a:endParaRPr lang="es-PE" dirty="0"/>
          </a:p>
        </p:txBody>
      </p:sp>
      <p:sp>
        <p:nvSpPr>
          <p:cNvPr id="39" name="CuadroTexto 38"/>
          <p:cNvSpPr txBox="1"/>
          <p:nvPr/>
        </p:nvSpPr>
        <p:spPr>
          <a:xfrm>
            <a:off x="431554" y="5007742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>
                <a:latin typeface="Century Gothic" panose="020B0502020202020204" pitchFamily="34" charset="0"/>
              </a:rPr>
              <a:t>Ubicacion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431555" y="4421986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>
                <a:latin typeface="Century Gothic" panose="020B0502020202020204" pitchFamily="34" charset="0"/>
              </a:rPr>
              <a:t>Etiquetas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276693" y="962368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65026" y="2850967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Publicar</a:t>
            </a:r>
            <a:endParaRPr lang="es-PE" sz="14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670723" y="63401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Mod22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Avisos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310425" y="1569446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47050" y="1197017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/>
          <p:cNvGraphicFramePr>
            <a:graphicFrameLocks noGrp="1"/>
          </p:cNvGraphicFramePr>
          <p:nvPr/>
        </p:nvGraphicFramePr>
        <p:xfrm>
          <a:off x="4508787" y="624188"/>
          <a:ext cx="3709988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728"/>
                <a:gridCol w="3295260"/>
              </a:tblGrid>
              <a:tr h="370840">
                <a:tc>
                  <a:txBody>
                    <a:bodyPr/>
                    <a:lstStyle/>
                    <a:p>
                      <a:endParaRPr lang="es-PE" sz="1800" b="0" i="0" dirty="0">
                        <a:solidFill>
                          <a:schemeClr val="tx1"/>
                        </a:solidFill>
                        <a:latin typeface="FontAwesom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Contenido</a:t>
                      </a:r>
                      <a:r>
                        <a:rPr lang="pt-BR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 </a:t>
                      </a:r>
                      <a:r>
                        <a:rPr lang="pt-BR" sz="1000" b="1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fich_resena.comentario</a:t>
                      </a:r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sz="1800" i="0" kern="1200" dirty="0">
                        <a:solidFill>
                          <a:schemeClr val="tx1"/>
                        </a:solidFill>
                        <a:latin typeface="FontAwesom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0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Contenido</a:t>
                      </a:r>
                      <a:r>
                        <a:rPr lang="pt-BR" sz="10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de </a:t>
                      </a:r>
                      <a:r>
                        <a:rPr lang="pt-BR" sz="10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fich_resena.comentario</a:t>
                      </a:r>
                      <a:endParaRPr lang="pt-BR" sz="1000" b="1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@alondra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quiero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ir a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paracas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este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fin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 semana #playa #viaje #finDeSemana –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Ubicación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: Villa El Salvador - Lima</a:t>
                      </a:r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@alondra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quiero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ir a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paracas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este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fin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 semana #playa #viaje #finDeSemana – </a:t>
                      </a:r>
                      <a:r>
                        <a:rPr lang="pt-BR" sz="10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Ubicación</a:t>
                      </a:r>
                      <a:r>
                        <a:rPr lang="pt-BR" sz="10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: Villa El Salvador – Lima</a:t>
                      </a:r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pt-BR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Rectángulo: esquinas redondeadas 16"/>
          <p:cNvSpPr/>
          <p:nvPr/>
        </p:nvSpPr>
        <p:spPr>
          <a:xfrm>
            <a:off x="369808" y="3342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86384" y="491380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4595905" y="2877284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4589452" y="2243007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>
            <a:off x="2137606" y="1612966"/>
            <a:ext cx="321333" cy="321333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24" name="Rectángulo: esquinas redondeadas 23"/>
          <p:cNvSpPr/>
          <p:nvPr/>
        </p:nvSpPr>
        <p:spPr>
          <a:xfrm>
            <a:off x="4974070" y="1884826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CUMPLIR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5" name="Rectángulo: esquinas redondeadas 24"/>
          <p:cNvSpPr/>
          <p:nvPr/>
        </p:nvSpPr>
        <p:spPr>
          <a:xfrm>
            <a:off x="6363781" y="1893593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6" name="Rectángulo: esquinas redondeadas 25"/>
          <p:cNvSpPr/>
          <p:nvPr/>
        </p:nvSpPr>
        <p:spPr>
          <a:xfrm>
            <a:off x="4957762" y="2582052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CUMPLIR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7" name="Rectángulo: esquinas redondeadas 26"/>
          <p:cNvSpPr/>
          <p:nvPr/>
        </p:nvSpPr>
        <p:spPr>
          <a:xfrm>
            <a:off x="6345746" y="2582051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8" name="Rectángulo: esquinas redondeadas 27"/>
          <p:cNvSpPr/>
          <p:nvPr/>
        </p:nvSpPr>
        <p:spPr>
          <a:xfrm>
            <a:off x="4957762" y="3302494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CUMPLIR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9" name="Rectángulo: esquinas redondeadas 28"/>
          <p:cNvSpPr/>
          <p:nvPr/>
        </p:nvSpPr>
        <p:spPr>
          <a:xfrm>
            <a:off x="6345745" y="3302494"/>
            <a:ext cx="1249657" cy="14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4614592" y="79645"/>
            <a:ext cx="129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>
                <a:latin typeface="Century Gothic" panose="020B0502020202020204" pitchFamily="34" charset="0"/>
              </a:rPr>
              <a:t>Comentarios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465026" y="2845148"/>
            <a:ext cx="3148337" cy="33788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ángulo: esquinas redondeadas 31"/>
          <p:cNvSpPr/>
          <p:nvPr/>
        </p:nvSpPr>
        <p:spPr>
          <a:xfrm>
            <a:off x="500390" y="3287899"/>
            <a:ext cx="3043679" cy="11496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quiero</a:t>
            </a:r>
            <a:r>
              <a:rPr lang="pt-BR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ir a </a:t>
            </a:r>
            <a:r>
              <a:rPr lang="pt-BR" sz="1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paracas</a:t>
            </a:r>
            <a:r>
              <a:rPr lang="pt-BR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este </a:t>
            </a:r>
            <a:r>
              <a:rPr lang="pt-BR" sz="1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fin</a:t>
            </a:r>
            <a:r>
              <a:rPr lang="pt-BR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de semana</a:t>
            </a:r>
            <a:endParaRPr lang="pt-BR" sz="1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algn="ctr"/>
            <a:endParaRPr lang="es-PE" sz="1000" dirty="0"/>
          </a:p>
        </p:txBody>
      </p:sp>
      <p:sp>
        <p:nvSpPr>
          <p:cNvPr id="33" name="Rectángulo: esquinas redondeadas 32"/>
          <p:cNvSpPr/>
          <p:nvPr/>
        </p:nvSpPr>
        <p:spPr>
          <a:xfrm>
            <a:off x="514362" y="5877391"/>
            <a:ext cx="3015734" cy="26868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RESPONDER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34" name="Conector recto 33"/>
          <p:cNvCxnSpPr/>
          <p:nvPr/>
        </p:nvCxnSpPr>
        <p:spPr>
          <a:xfrm flipH="1">
            <a:off x="474767" y="3178142"/>
            <a:ext cx="31385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3177696" y="281806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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37" name="Rectángulo: esquinas redondeadas 36"/>
          <p:cNvSpPr/>
          <p:nvPr/>
        </p:nvSpPr>
        <p:spPr>
          <a:xfrm>
            <a:off x="514362" y="5315519"/>
            <a:ext cx="3015734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Villa el salvador - lima</a:t>
            </a:r>
            <a:endParaRPr lang="es-PE" dirty="0"/>
          </a:p>
        </p:txBody>
      </p:sp>
      <p:sp>
        <p:nvSpPr>
          <p:cNvPr id="38" name="Rectángulo: esquinas redondeadas 37"/>
          <p:cNvSpPr/>
          <p:nvPr/>
        </p:nvSpPr>
        <p:spPr>
          <a:xfrm>
            <a:off x="514362" y="4718146"/>
            <a:ext cx="3015734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#playa #viaje #findesemana</a:t>
            </a:r>
            <a:endParaRPr lang="es-PE" dirty="0"/>
          </a:p>
        </p:txBody>
      </p:sp>
      <p:sp>
        <p:nvSpPr>
          <p:cNvPr id="39" name="CuadroTexto 38"/>
          <p:cNvSpPr txBox="1"/>
          <p:nvPr/>
        </p:nvSpPr>
        <p:spPr>
          <a:xfrm>
            <a:off x="431554" y="5007742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>
                <a:latin typeface="Century Gothic" panose="020B0502020202020204" pitchFamily="34" charset="0"/>
              </a:rPr>
              <a:t>Ubicacion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431555" y="4421986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>
                <a:latin typeface="Century Gothic" panose="020B0502020202020204" pitchFamily="34" charset="0"/>
              </a:rPr>
              <a:t>Etiquetas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276693" y="962368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65026" y="2850967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Publicar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548566" y="574484"/>
            <a:ext cx="4732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5.3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4548565" y="1060378"/>
            <a:ext cx="4732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5.3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733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mod24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5700309" y="846267"/>
            <a:ext cx="130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Membresia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Elipse 5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7" name="Rectángulo: esquinas redondeadas 6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9" name="Rectángulo: esquinas redondeadas 8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¿Cómo quieres que te llamen?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62087" y="84626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3" name="Conector recto 12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812310" y="1116140"/>
            <a:ext cx="3400553" cy="322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729536" y="778800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nombre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/>
          <p:cNvSpPr/>
          <p:nvPr/>
        </p:nvSpPr>
        <p:spPr>
          <a:xfrm>
            <a:off x="4812223" y="1764579"/>
            <a:ext cx="3400553" cy="281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/>
          <p:cNvSpPr txBox="1"/>
          <p:nvPr/>
        </p:nvSpPr>
        <p:spPr>
          <a:xfrm>
            <a:off x="4729449" y="1427238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descripcion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: esquinas redondeadas 18"/>
          <p:cNvSpPr/>
          <p:nvPr/>
        </p:nvSpPr>
        <p:spPr>
          <a:xfrm>
            <a:off x="4812223" y="2413017"/>
            <a:ext cx="3400553" cy="281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/>
          <p:cNvSpPr txBox="1"/>
          <p:nvPr/>
        </p:nvSpPr>
        <p:spPr>
          <a:xfrm>
            <a:off x="4729449" y="207567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color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742834" y="79645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 err="1">
                <a:latin typeface="Century Gothic" panose="020B0502020202020204" pitchFamily="34" charset="0"/>
              </a:rPr>
              <a:t>categoria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pic>
        <p:nvPicPr>
          <p:cNvPr id="24" name="Imagen 23" descr="Imagen que contiene Gráfico&#10;&#10;El contenido generado por IA puede ser incorrecto."/>
          <p:cNvPicPr>
            <a:picLocks noChangeAspect="1"/>
          </p:cNvPicPr>
          <p:nvPr/>
        </p:nvPicPr>
        <p:blipFill>
          <a:blip r:embed="rId1"/>
          <a:srcRect l="4268"/>
          <a:stretch>
            <a:fillRect/>
          </a:stretch>
        </p:blipFill>
        <p:spPr>
          <a:xfrm>
            <a:off x="4957762" y="2740145"/>
            <a:ext cx="3264392" cy="2409825"/>
          </a:xfrm>
          <a:prstGeom prst="rect">
            <a:avLst/>
          </a:prstGeom>
        </p:spPr>
      </p:pic>
      <p:sp>
        <p:nvSpPr>
          <p:cNvPr id="25" name="CuadroTexto 24"/>
          <p:cNvSpPr txBox="1"/>
          <p:nvPr/>
        </p:nvSpPr>
        <p:spPr>
          <a:xfrm>
            <a:off x="7833733" y="2372492"/>
            <a:ext cx="40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</a:t>
            </a:r>
            <a:endParaRPr lang="es-PE" dirty="0"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812310" y="1116140"/>
            <a:ext cx="3400553" cy="322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729536" y="778800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producto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7946401" y="18090"/>
            <a:ext cx="44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</a:t>
            </a:r>
            <a:r>
              <a:rPr lang="es-ES" dirty="0">
                <a:latin typeface="FontAwesome" pitchFamily="2" charset="0"/>
              </a:rPr>
              <a:t> 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523462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/>
          <p:cNvSpPr/>
          <p:nvPr/>
        </p:nvSpPr>
        <p:spPr>
          <a:xfrm>
            <a:off x="4812223" y="1764579"/>
            <a:ext cx="3400553" cy="281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/>
          <p:cNvSpPr txBox="1"/>
          <p:nvPr/>
        </p:nvSpPr>
        <p:spPr>
          <a:xfrm>
            <a:off x="4729449" y="1427238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precio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: esquinas redondeadas 18"/>
          <p:cNvSpPr/>
          <p:nvPr/>
        </p:nvSpPr>
        <p:spPr>
          <a:xfrm>
            <a:off x="4812223" y="2413017"/>
            <a:ext cx="3400553" cy="281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/>
          <p:cNvSpPr txBox="1"/>
          <p:nvPr/>
        </p:nvSpPr>
        <p:spPr>
          <a:xfrm>
            <a:off x="4729449" y="2075676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cant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770085" y="79645"/>
            <a:ext cx="987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>
                <a:latin typeface="Century Gothic" panose="020B0502020202020204" pitchFamily="34" charset="0"/>
              </a:rPr>
              <a:t>producto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982588" y="3589076"/>
            <a:ext cx="1041848" cy="2560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entury Gothic" panose="020B0502020202020204" pitchFamily="34" charset="0"/>
              </a:rPr>
              <a:t>mayo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677900" y="3532425"/>
            <a:ext cx="40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4812222" y="3101733"/>
            <a:ext cx="3400553" cy="281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400" dirty="0">
                <a:latin typeface="Century Gothic" panose="020B0502020202020204" pitchFamily="34" charset="0"/>
              </a:rPr>
              <a:t>abarrotes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7805596" y="3038506"/>
            <a:ext cx="40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4740612" y="2710309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categoria</a:t>
            </a:r>
            <a:endParaRPr lang="es-PE" sz="14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553454" y="1853348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4782028" y="79645"/>
            <a:ext cx="1723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>
                <a:latin typeface="Century Gothic" panose="020B0502020202020204" pitchFamily="34" charset="0"/>
              </a:rPr>
              <a:t>Listado productos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graphicFrame>
        <p:nvGraphicFramePr>
          <p:cNvPr id="18" name="Tabla 17"/>
          <p:cNvGraphicFramePr>
            <a:graphicFrameLocks noGrp="1"/>
          </p:cNvGraphicFramePr>
          <p:nvPr/>
        </p:nvGraphicFramePr>
        <p:xfrm>
          <a:off x="4553195" y="1090075"/>
          <a:ext cx="391289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331030"/>
                <a:gridCol w="1969477"/>
                <a:gridCol w="534572"/>
                <a:gridCol w="869535"/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Leche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gloria 500ml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5.00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Abarrote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Atun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a1 150g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8.00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Abarrote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Inka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kola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litro 500ml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Abarrote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Azucar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500ml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abarrote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3" name="Imagen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 flipH="1">
            <a:off x="4649402" y="1140772"/>
            <a:ext cx="308360" cy="308362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 flipH="1">
            <a:off x="4649402" y="1620121"/>
            <a:ext cx="308360" cy="308362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 flipH="1">
            <a:off x="4649402" y="2050145"/>
            <a:ext cx="308360" cy="308362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5" t="12858" r="13329" b="13326"/>
          <a:stretch>
            <a:fillRect/>
          </a:stretch>
        </p:blipFill>
        <p:spPr>
          <a:xfrm flipH="1">
            <a:off x="4660360" y="2513744"/>
            <a:ext cx="308360" cy="308362"/>
          </a:xfrm>
          <a:custGeom>
            <a:avLst/>
            <a:gdLst>
              <a:gd name="connsiteX0" fmla="*/ 871538 w 1743076"/>
              <a:gd name="connsiteY0" fmla="*/ 0 h 1743076"/>
              <a:gd name="connsiteX1" fmla="*/ 1743076 w 1743076"/>
              <a:gd name="connsiteY1" fmla="*/ 871538 h 1743076"/>
              <a:gd name="connsiteX2" fmla="*/ 871538 w 1743076"/>
              <a:gd name="connsiteY2" fmla="*/ 1743076 h 1743076"/>
              <a:gd name="connsiteX3" fmla="*/ 0 w 1743076"/>
              <a:gd name="connsiteY3" fmla="*/ 871538 h 1743076"/>
              <a:gd name="connsiteX4" fmla="*/ 871538 w 1743076"/>
              <a:gd name="connsiteY4" fmla="*/ 0 h 174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3076" h="1743076">
                <a:moveTo>
                  <a:pt x="871538" y="0"/>
                </a:moveTo>
                <a:cubicBezTo>
                  <a:pt x="1352875" y="0"/>
                  <a:pt x="1743076" y="390201"/>
                  <a:pt x="1743076" y="871538"/>
                </a:cubicBezTo>
                <a:cubicBezTo>
                  <a:pt x="1743076" y="1352875"/>
                  <a:pt x="1352875" y="1743076"/>
                  <a:pt x="871538" y="1743076"/>
                </a:cubicBezTo>
                <a:cubicBezTo>
                  <a:pt x="390201" y="1743076"/>
                  <a:pt x="0" y="1352875"/>
                  <a:pt x="0" y="871538"/>
                </a:cubicBezTo>
                <a:cubicBezTo>
                  <a:pt x="0" y="390201"/>
                  <a:pt x="390201" y="0"/>
                  <a:pt x="871538" y="0"/>
                </a:cubicBezTo>
                <a:close/>
              </a:path>
            </a:pathLst>
          </a:custGeom>
          <a:ln w="38100">
            <a:solidFill>
              <a:schemeClr val="tx1"/>
            </a:solidFill>
          </a:ln>
        </p:spPr>
      </p:pic>
      <p:sp>
        <p:nvSpPr>
          <p:cNvPr id="28" name="CuadroTexto 27"/>
          <p:cNvSpPr txBox="1"/>
          <p:nvPr/>
        </p:nvSpPr>
        <p:spPr>
          <a:xfrm>
            <a:off x="7638293" y="18091"/>
            <a:ext cx="44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</a:t>
            </a:r>
            <a:r>
              <a:rPr lang="es-ES" dirty="0">
                <a:latin typeface="FontAwesome" pitchFamily="2" charset="0"/>
              </a:rPr>
              <a:t> 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7990687" y="27499"/>
            <a:ext cx="44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</a:t>
            </a:r>
            <a:r>
              <a:rPr lang="es-ES" dirty="0">
                <a:latin typeface="FontAwesome" pitchFamily="2" charset="0"/>
              </a:rPr>
              <a:t> 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30" name="Rectángulo: esquinas redondeadas 29"/>
          <p:cNvSpPr/>
          <p:nvPr/>
        </p:nvSpPr>
        <p:spPr>
          <a:xfrm>
            <a:off x="4649402" y="548639"/>
            <a:ext cx="3678672" cy="3704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uadroTexto 30"/>
          <p:cNvSpPr txBox="1"/>
          <p:nvPr/>
        </p:nvSpPr>
        <p:spPr>
          <a:xfrm>
            <a:off x="2280933" y="734620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producto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605815" y="517667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</a:t>
            </a:r>
            <a:endParaRPr lang="es-PE" dirty="0"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812310" y="1116140"/>
            <a:ext cx="3400553" cy="322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729536" y="778800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producto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/>
          <p:cNvSpPr/>
          <p:nvPr/>
        </p:nvSpPr>
        <p:spPr>
          <a:xfrm>
            <a:off x="4812223" y="1764579"/>
            <a:ext cx="3400553" cy="281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/>
          <p:cNvSpPr txBox="1"/>
          <p:nvPr/>
        </p:nvSpPr>
        <p:spPr>
          <a:xfrm>
            <a:off x="4729449" y="1427238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precio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: esquinas redondeadas 18"/>
          <p:cNvSpPr/>
          <p:nvPr/>
        </p:nvSpPr>
        <p:spPr>
          <a:xfrm>
            <a:off x="4812223" y="2413017"/>
            <a:ext cx="3400553" cy="281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/>
          <p:cNvSpPr txBox="1"/>
          <p:nvPr/>
        </p:nvSpPr>
        <p:spPr>
          <a:xfrm>
            <a:off x="4729449" y="2075676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cant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811762" y="79645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>
                <a:latin typeface="Century Gothic" panose="020B0502020202020204" pitchFamily="34" charset="0"/>
              </a:rPr>
              <a:t>Agregar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REALIZAR PEDIDO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332091" y="3766340"/>
            <a:ext cx="3400553" cy="322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49317" y="3429000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producto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/>
          <p:cNvSpPr/>
          <p:nvPr/>
        </p:nvSpPr>
        <p:spPr>
          <a:xfrm>
            <a:off x="332004" y="4414779"/>
            <a:ext cx="3400553" cy="281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/>
          <p:cNvSpPr txBox="1"/>
          <p:nvPr/>
        </p:nvSpPr>
        <p:spPr>
          <a:xfrm>
            <a:off x="249230" y="4077438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precio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9" name="Rectángulo: esquinas redondeadas 18"/>
          <p:cNvSpPr/>
          <p:nvPr/>
        </p:nvSpPr>
        <p:spPr>
          <a:xfrm>
            <a:off x="332004" y="5063217"/>
            <a:ext cx="3400553" cy="281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/>
          <p:cNvSpPr txBox="1"/>
          <p:nvPr/>
        </p:nvSpPr>
        <p:spPr>
          <a:xfrm>
            <a:off x="249230" y="4725876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cant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855845" y="79645"/>
            <a:ext cx="816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>
                <a:latin typeface="Century Gothic" panose="020B0502020202020204" pitchFamily="34" charset="0"/>
              </a:rPr>
              <a:t>MESA 3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523462" y="4850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pic>
        <p:nvPicPr>
          <p:cNvPr id="18" name="Imagen 17" descr="Interfaz de usuario gráfica, Texto, Aplicación, Correo electrónico&#10;&#10;El contenido generado por IA puede ser incorrecto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933" y="648223"/>
            <a:ext cx="3761508" cy="43116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Mod21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a 14"/>
          <p:cNvGraphicFramePr>
            <a:graphicFrameLocks noGrp="1"/>
          </p:cNvGraphicFramePr>
          <p:nvPr/>
        </p:nvGraphicFramePr>
        <p:xfrm>
          <a:off x="4553194" y="485161"/>
          <a:ext cx="391870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086"/>
                <a:gridCol w="3330617"/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Doy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mi Whatsapp por um aporte econômico</a:t>
                      </a:r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Quiero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ir a comer al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Madam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Tusan</a:t>
                      </a: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Quiero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ir al cine por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el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centro de lima</a:t>
                      </a: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Quiero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que me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compren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ropa</a:t>
                      </a: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4343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ENVIAR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24224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Mod20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chica q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envia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 petición 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a 18"/>
          <p:cNvGraphicFramePr>
            <a:graphicFrameLocks noGrp="1"/>
          </p:cNvGraphicFramePr>
          <p:nvPr/>
        </p:nvGraphicFramePr>
        <p:xfrm>
          <a:off x="4553195" y="485161"/>
          <a:ext cx="349538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557"/>
                <a:gridCol w="2970823"/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Doy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mi Whatsapp por um aporte econômico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Quiero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ir a comer al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Madam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Tusan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Quiero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ir al cine por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el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centro de lima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Quiero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que me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compren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ropa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CuadroTexto 19"/>
          <p:cNvSpPr txBox="1"/>
          <p:nvPr/>
        </p:nvSpPr>
        <p:spPr>
          <a:xfrm>
            <a:off x="4918671" y="48869"/>
            <a:ext cx="2853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Como quieres q te </a:t>
            </a:r>
            <a:r>
              <a:rPr lang="es-ES" sz="1600" b="1" dirty="0" err="1">
                <a:latin typeface="Century Gothic" panose="020B0502020202020204" pitchFamily="34" charset="0"/>
              </a:rPr>
              <a:t>engrian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  <p:grpSp>
        <p:nvGrpSpPr>
          <p:cNvPr id="25" name="Grupo 24"/>
          <p:cNvGrpSpPr/>
          <p:nvPr/>
        </p:nvGrpSpPr>
        <p:grpSpPr>
          <a:xfrm>
            <a:off x="1938786" y="4023660"/>
            <a:ext cx="332613" cy="369332"/>
            <a:chOff x="1567625" y="3390781"/>
            <a:chExt cx="332613" cy="369332"/>
          </a:xfrm>
        </p:grpSpPr>
        <p:sp>
          <p:nvSpPr>
            <p:cNvPr id="21" name="Rectángulo 20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553195" y="552362"/>
            <a:ext cx="332613" cy="369332"/>
            <a:chOff x="1567625" y="3390781"/>
            <a:chExt cx="332613" cy="369332"/>
          </a:xfrm>
        </p:grpSpPr>
        <p:sp>
          <p:nvSpPr>
            <p:cNvPr id="27" name="Rectángulo 26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29" name="Grupo 28"/>
          <p:cNvGrpSpPr/>
          <p:nvPr/>
        </p:nvGrpSpPr>
        <p:grpSpPr>
          <a:xfrm>
            <a:off x="2091186" y="4176060"/>
            <a:ext cx="332613" cy="369332"/>
            <a:chOff x="1567625" y="3390781"/>
            <a:chExt cx="332613" cy="369332"/>
          </a:xfrm>
        </p:grpSpPr>
        <p:sp>
          <p:nvSpPr>
            <p:cNvPr id="30" name="Rectángulo 29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CuadroTexto 30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2243586" y="4328460"/>
            <a:ext cx="332613" cy="369332"/>
            <a:chOff x="1567625" y="3390781"/>
            <a:chExt cx="332613" cy="369332"/>
          </a:xfrm>
        </p:grpSpPr>
        <p:sp>
          <p:nvSpPr>
            <p:cNvPr id="33" name="Rectángulo 32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4" name="CuadroTexto 33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2395986" y="4480860"/>
            <a:ext cx="332613" cy="369332"/>
            <a:chOff x="1567625" y="3390781"/>
            <a:chExt cx="332613" cy="369332"/>
          </a:xfrm>
        </p:grpSpPr>
        <p:sp>
          <p:nvSpPr>
            <p:cNvPr id="36" name="Rectángulo 35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7" name="CuadroTexto 36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2548386" y="4633260"/>
            <a:ext cx="332613" cy="369332"/>
            <a:chOff x="1567625" y="3390781"/>
            <a:chExt cx="332613" cy="369332"/>
          </a:xfrm>
        </p:grpSpPr>
        <p:sp>
          <p:nvSpPr>
            <p:cNvPr id="39" name="Rectángulo 38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0" name="CuadroTexto 39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41" name="Grupo 40"/>
          <p:cNvGrpSpPr/>
          <p:nvPr/>
        </p:nvGrpSpPr>
        <p:grpSpPr>
          <a:xfrm>
            <a:off x="2700786" y="4785660"/>
            <a:ext cx="332613" cy="369332"/>
            <a:chOff x="1567625" y="3390781"/>
            <a:chExt cx="332613" cy="369332"/>
          </a:xfrm>
        </p:grpSpPr>
        <p:sp>
          <p:nvSpPr>
            <p:cNvPr id="42" name="Rectángulo 41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44" name="Grupo 43"/>
          <p:cNvGrpSpPr/>
          <p:nvPr/>
        </p:nvGrpSpPr>
        <p:grpSpPr>
          <a:xfrm>
            <a:off x="4563986" y="1684349"/>
            <a:ext cx="332613" cy="369332"/>
            <a:chOff x="1567625" y="3390781"/>
            <a:chExt cx="332613" cy="369332"/>
          </a:xfrm>
        </p:grpSpPr>
        <p:sp>
          <p:nvSpPr>
            <p:cNvPr id="45" name="Rectángulo 44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6" name="CuadroTexto 45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4553195" y="1298976"/>
            <a:ext cx="332613" cy="369332"/>
            <a:chOff x="1567625" y="3390781"/>
            <a:chExt cx="332613" cy="369332"/>
          </a:xfrm>
        </p:grpSpPr>
        <p:sp>
          <p:nvSpPr>
            <p:cNvPr id="48" name="Rectángulo 47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9" name="CuadroTexto 48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  <p:grpSp>
        <p:nvGrpSpPr>
          <p:cNvPr id="50" name="Grupo 49"/>
          <p:cNvGrpSpPr/>
          <p:nvPr/>
        </p:nvGrpSpPr>
        <p:grpSpPr>
          <a:xfrm>
            <a:off x="4555617" y="934289"/>
            <a:ext cx="332613" cy="369332"/>
            <a:chOff x="1567625" y="3390781"/>
            <a:chExt cx="332613" cy="369332"/>
          </a:xfrm>
        </p:grpSpPr>
        <p:sp>
          <p:nvSpPr>
            <p:cNvPr id="51" name="Rectángulo 50"/>
            <p:cNvSpPr/>
            <p:nvPr/>
          </p:nvSpPr>
          <p:spPr>
            <a:xfrm>
              <a:off x="1643063" y="3429000"/>
              <a:ext cx="257175" cy="292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2" name="CuadroTexto 51"/>
            <p:cNvSpPr txBox="1"/>
            <p:nvPr/>
          </p:nvSpPr>
          <p:spPr>
            <a:xfrm>
              <a:off x="1567625" y="3390781"/>
              <a:ext cx="328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FontAwesome" pitchFamily="2" charset="0"/>
                </a:rPr>
                <a:t></a:t>
              </a:r>
              <a:endParaRPr lang="es-PE" dirty="0">
                <a:latin typeface="FontAwesome" pitchFamily="2" charset="0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ACEPTO Y 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Mod11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5224534" y="763412"/>
            <a:ext cx="2518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Terminos</a:t>
            </a:r>
            <a:r>
              <a:rPr lang="es-ES" sz="1600" b="1" dirty="0">
                <a:latin typeface="Century Gothic" panose="020B0502020202020204" pitchFamily="34" charset="0"/>
              </a:rPr>
              <a:t> y condiciones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6" name="Rectángulo: esquinas redondeadas 15"/>
          <p:cNvSpPr/>
          <p:nvPr/>
        </p:nvSpPr>
        <p:spPr>
          <a:xfrm>
            <a:off x="4812310" y="1294285"/>
            <a:ext cx="3400553" cy="4234978"/>
          </a:xfrm>
          <a:prstGeom prst="roundRect">
            <a:avLst>
              <a:gd name="adj" fmla="val 196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ES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sz="1200" dirty="0">
              <a:latin typeface="Century Gothic" panose="020B0502020202020204" pitchFamily="34" charset="0"/>
            </a:endParaRPr>
          </a:p>
          <a:p>
            <a:r>
              <a:rPr lang="es-ES" sz="1200" dirty="0" err="1">
                <a:latin typeface="Century Gothic" panose="020B0502020202020204" pitchFamily="34" charset="0"/>
              </a:rPr>
              <a:t>nostra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dignissim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cursus</a:t>
            </a:r>
            <a:r>
              <a:rPr lang="es-ES" sz="1200" dirty="0">
                <a:latin typeface="Century Gothic" panose="020B0502020202020204" pitchFamily="34" charset="0"/>
              </a:rPr>
              <a:t> </a:t>
            </a:r>
            <a:r>
              <a:rPr lang="es-ES" sz="1200" dirty="0" err="1">
                <a:latin typeface="Century Gothic" panose="020B0502020202020204" pitchFamily="34" charset="0"/>
              </a:rPr>
              <a:t>congue</a:t>
            </a:r>
            <a:endParaRPr lang="es-PE" dirty="0"/>
          </a:p>
        </p:txBody>
      </p:sp>
      <p:sp>
        <p:nvSpPr>
          <p:cNvPr id="17" name="CuadroTexto 16"/>
          <p:cNvSpPr txBox="1"/>
          <p:nvPr/>
        </p:nvSpPr>
        <p:spPr>
          <a:xfrm rot="5400000">
            <a:off x="7768183" y="1326742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2073892" y="13634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2226292" y="15158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 rot="16200000" flipH="1">
            <a:off x="7796759" y="5190502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7843531" y="1363440"/>
            <a:ext cx="268974" cy="41551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58" y="278892"/>
            <a:ext cx="2738685" cy="2519172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41630" y="22437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94030" y="23961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111041" y="3044280"/>
            <a:ext cx="275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400" dirty="0">
                <a:solidFill>
                  <a:schemeClr val="bg2">
                    <a:lumMod val="50000"/>
                  </a:schemeClr>
                </a:solidFill>
                <a:latin typeface="FontAwesome" pitchFamily="2" charset="0"/>
              </a:rPr>
              <a:t></a:t>
            </a:r>
            <a:endParaRPr lang="es-PE" sz="1400" dirty="0">
              <a:solidFill>
                <a:schemeClr val="bg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5153196" y="60874"/>
            <a:ext cx="2661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¿En que lugar estas hoy?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4839812" y="2926060"/>
            <a:ext cx="3381957" cy="27921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/>
          <p:cNvSpPr txBox="1"/>
          <p:nvPr/>
        </p:nvSpPr>
        <p:spPr>
          <a:xfrm>
            <a:off x="8724363" y="4106610"/>
            <a:ext cx="3802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b="1" dirty="0">
                <a:latin typeface="Century Gothic" panose="020B0502020202020204" pitchFamily="34" charset="0"/>
              </a:rPr>
              <a:t>Lugares anteriores</a:t>
            </a:r>
            <a:endParaRPr lang="es-PE" sz="1000" b="1" dirty="0">
              <a:latin typeface="Century Gothic" panose="020B0502020202020204" pitchFamily="34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341630" y="3633811"/>
            <a:ext cx="369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FontAwesome" pitchFamily="2" charset="0"/>
              </a:rPr>
              <a:t></a:t>
            </a:r>
            <a:endParaRPr lang="es-PE" sz="2000" dirty="0">
              <a:latin typeface="FontAwesome" pitchFamily="2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46242" y="1130556"/>
            <a:ext cx="704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Mod06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7851" y="3329011"/>
            <a:ext cx="6193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Century Gothic" panose="020B0502020202020204" pitchFamily="34" charset="0"/>
              </a:rPr>
              <a:t>Quitar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1777319" y="5445516"/>
            <a:ext cx="275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400" dirty="0">
                <a:solidFill>
                  <a:schemeClr val="bg2">
                    <a:lumMod val="50000"/>
                  </a:schemeClr>
                </a:solidFill>
                <a:latin typeface="FontAwesome" pitchFamily="2" charset="0"/>
              </a:rPr>
              <a:t></a:t>
            </a:r>
            <a:endParaRPr lang="es-PE" sz="1400" dirty="0">
              <a:solidFill>
                <a:schemeClr val="bg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835498" y="5014463"/>
            <a:ext cx="275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400" dirty="0">
                <a:solidFill>
                  <a:schemeClr val="bg2">
                    <a:lumMod val="50000"/>
                  </a:schemeClr>
                </a:solidFill>
                <a:latin typeface="FontAwesome" pitchFamily="2" charset="0"/>
              </a:rPr>
              <a:t></a:t>
            </a:r>
            <a:endParaRPr lang="es-PE" sz="1400" dirty="0">
              <a:solidFill>
                <a:schemeClr val="bg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1646900" y="4683647"/>
            <a:ext cx="275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400" dirty="0">
                <a:solidFill>
                  <a:schemeClr val="bg2">
                    <a:lumMod val="50000"/>
                  </a:schemeClr>
                </a:solidFill>
                <a:latin typeface="FontAwesome" pitchFamily="2" charset="0"/>
              </a:rPr>
              <a:t></a:t>
            </a:r>
            <a:endParaRPr lang="es-PE" sz="1400" dirty="0">
              <a:solidFill>
                <a:schemeClr val="bg2">
                  <a:lumMod val="50000"/>
                </a:schemeClr>
              </a:solidFill>
              <a:latin typeface="FontAwesome" pitchFamily="2" charset="0"/>
            </a:endParaRPr>
          </a:p>
        </p:txBody>
      </p:sp>
      <p:graphicFrame>
        <p:nvGraphicFramePr>
          <p:cNvPr id="6" name="Tabla 5"/>
          <p:cNvGraphicFramePr>
            <a:graphicFrameLocks noGrp="1"/>
          </p:cNvGraphicFramePr>
          <p:nvPr/>
        </p:nvGraphicFramePr>
        <p:xfrm>
          <a:off x="4815767" y="3340729"/>
          <a:ext cx="3381958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292"/>
                <a:gridCol w="1114425"/>
                <a:gridCol w="1927241"/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Lima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Estoy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descansando</a:t>
                      </a:r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Lima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La gruta azul, Rufino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torrico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Ayacucho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El Bunker, Rufino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torrico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Arequipa</a:t>
                      </a: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Paradiso, Jr de </a:t>
                      </a: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la</a:t>
                      </a:r>
                      <a:r>
                        <a:rPr lang="pt-BR" sz="12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Union</a:t>
                      </a: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CuadroTexto 8"/>
          <p:cNvSpPr txBox="1"/>
          <p:nvPr/>
        </p:nvSpPr>
        <p:spPr>
          <a:xfrm>
            <a:off x="5539473" y="2336103"/>
            <a:ext cx="1737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Elegir de la lista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740251" y="3481411"/>
            <a:ext cx="6193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Century Gothic" panose="020B0502020202020204" pitchFamily="34" charset="0"/>
              </a:rPr>
              <a:t>Quitar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892651" y="3633811"/>
            <a:ext cx="6193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Century Gothic" panose="020B0502020202020204" pitchFamily="34" charset="0"/>
              </a:rPr>
              <a:t>Quitar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4741466" y="2673169"/>
            <a:ext cx="6193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Century Gothic" panose="020B0502020202020204" pitchFamily="34" charset="0"/>
              </a:rPr>
              <a:t>Buscar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grpSp>
        <p:nvGrpSpPr>
          <p:cNvPr id="29" name="Grupo 28"/>
          <p:cNvGrpSpPr/>
          <p:nvPr/>
        </p:nvGrpSpPr>
        <p:grpSpPr>
          <a:xfrm>
            <a:off x="4920764" y="3830706"/>
            <a:ext cx="201196" cy="201196"/>
            <a:chOff x="1667479" y="5504688"/>
            <a:chExt cx="201196" cy="201196"/>
          </a:xfrm>
        </p:grpSpPr>
        <p:sp>
          <p:nvSpPr>
            <p:cNvPr id="28" name="Elipse 27"/>
            <p:cNvSpPr/>
            <p:nvPr/>
          </p:nvSpPr>
          <p:spPr>
            <a:xfrm>
              <a:off x="1667479" y="5504688"/>
              <a:ext cx="201196" cy="20119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Elipse 26"/>
            <p:cNvSpPr/>
            <p:nvPr/>
          </p:nvSpPr>
          <p:spPr>
            <a:xfrm>
              <a:off x="1717778" y="5554987"/>
              <a:ext cx="100598" cy="1005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tx1"/>
                </a:solidFill>
              </a:endParaRPr>
            </a:p>
          </p:txBody>
        </p:sp>
      </p:grpSp>
      <p:sp>
        <p:nvSpPr>
          <p:cNvPr id="30" name="Elipse 29"/>
          <p:cNvSpPr/>
          <p:nvPr/>
        </p:nvSpPr>
        <p:spPr>
          <a:xfrm>
            <a:off x="4953859" y="4246974"/>
            <a:ext cx="194597" cy="1945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Elipse 30"/>
          <p:cNvSpPr/>
          <p:nvPr/>
        </p:nvSpPr>
        <p:spPr>
          <a:xfrm>
            <a:off x="4927363" y="4634059"/>
            <a:ext cx="194597" cy="1945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Elipse 21"/>
          <p:cNvSpPr/>
          <p:nvPr/>
        </p:nvSpPr>
        <p:spPr>
          <a:xfrm>
            <a:off x="4890111" y="3405310"/>
            <a:ext cx="194597" cy="1945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: esquinas redondeadas 18"/>
          <p:cNvSpPr/>
          <p:nvPr/>
        </p:nvSpPr>
        <p:spPr>
          <a:xfrm>
            <a:off x="4856298" y="199395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NUEVO LUGAR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25" name="Rectángulo: esquinas redondeadas 24"/>
          <p:cNvSpPr/>
          <p:nvPr/>
        </p:nvSpPr>
        <p:spPr>
          <a:xfrm>
            <a:off x="4844339" y="604869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ESTOY DESCANSANDO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26" name="Rectángulo: esquinas redondeadas 25"/>
          <p:cNvSpPr/>
          <p:nvPr/>
        </p:nvSpPr>
        <p:spPr>
          <a:xfrm>
            <a:off x="4839812" y="1060290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ESTOY EN EL LUGAR AHORA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32" name="Conector recto 31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4815767" y="1550457"/>
            <a:ext cx="3279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S</a:t>
            </a:r>
            <a:r>
              <a:rPr lang="es-PE" sz="1000" dirty="0">
                <a:latin typeface="Century Gothic" panose="020B0502020202020204" pitchFamily="34" charset="0"/>
              </a:rPr>
              <a:t>i al buscar abajo no encuentra el lugar donde estas puedes agregarlo</a:t>
            </a:r>
            <a:endParaRPr lang="es-PE" sz="10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558" y="278892"/>
            <a:ext cx="2738685" cy="251917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1"/>
          <a:srcRect t="-1" r="35025" b="41384"/>
          <a:stretch>
            <a:fillRect/>
          </a:stretch>
        </p:blipFill>
        <p:spPr>
          <a:xfrm>
            <a:off x="4510007" y="1779002"/>
            <a:ext cx="3933895" cy="45373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uadroTexto 9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41630" y="22437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94030" y="23961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46430" y="25485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6096000" y="2427983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FF000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FF0000"/>
              </a:solidFill>
              <a:latin typeface="FontAwesome" pitchFamily="2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523462" y="544025"/>
            <a:ext cx="3802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latin typeface="Century Gothic" panose="020B0502020202020204" pitchFamily="34" charset="0"/>
              </a:rPr>
              <a:t>Mueve el marcador en el mapa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4582904" y="889639"/>
            <a:ext cx="2818211" cy="2747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2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Nombre del local</a:t>
            </a:r>
            <a:endParaRPr lang="es-PE" sz="1200" dirty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Rectángulo: esquinas redondeadas 17"/>
          <p:cNvSpPr/>
          <p:nvPr/>
        </p:nvSpPr>
        <p:spPr>
          <a:xfrm>
            <a:off x="7432151" y="889639"/>
            <a:ext cx="1009301" cy="26777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Limpiar</a:t>
            </a:r>
            <a:endParaRPr lang="es-PE" sz="1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341630" y="3633811"/>
            <a:ext cx="369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FontAwesome" pitchFamily="2" charset="0"/>
              </a:rPr>
              <a:t></a:t>
            </a:r>
            <a:endParaRPr lang="es-PE" sz="2000" dirty="0">
              <a:latin typeface="FontAwesome" pitchFamily="2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46242" y="1130556"/>
            <a:ext cx="6832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mod14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4523462" y="57152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22" name="Conector recto 21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4896465" y="57152"/>
            <a:ext cx="15776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Agregar lugar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2" name="Rectángulo: esquinas redondeadas 31"/>
          <p:cNvSpPr/>
          <p:nvPr/>
        </p:nvSpPr>
        <p:spPr>
          <a:xfrm>
            <a:off x="4582904" y="1322205"/>
            <a:ext cx="3802480" cy="2747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200" dirty="0" err="1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Direccion</a:t>
            </a:r>
            <a:r>
              <a:rPr lang="es-PE" sz="12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 y distrito</a:t>
            </a:r>
            <a:endParaRPr lang="es-PE" sz="1200" dirty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790678" y="4394256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1064900" y="406034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726903" y="4694791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6" name="Bocadillo: rectángulo con esquinas redondeadas 25"/>
          <p:cNvSpPr/>
          <p:nvPr/>
        </p:nvSpPr>
        <p:spPr>
          <a:xfrm>
            <a:off x="2760608" y="4157036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Glamour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7" name="Bocadillo: rectángulo con esquinas redondeadas 26"/>
          <p:cNvSpPr/>
          <p:nvPr/>
        </p:nvSpPr>
        <p:spPr>
          <a:xfrm>
            <a:off x="958622" y="3786211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Bunker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8" name="Bocadillo: rectángulo con esquinas redondeadas 27"/>
          <p:cNvSpPr/>
          <p:nvPr/>
        </p:nvSpPr>
        <p:spPr>
          <a:xfrm>
            <a:off x="1715329" y="4389884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Texas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6644729" y="456061"/>
            <a:ext cx="369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FontAwesome" pitchFamily="2" charset="0"/>
              </a:rPr>
              <a:t></a:t>
            </a:r>
            <a:endParaRPr lang="es-PE" sz="2000" dirty="0">
              <a:latin typeface="FontAwesome" pitchFamily="2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hlinkClick r:id="rId1" action="ppaction://hlinksldjump"/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58" y="278892"/>
            <a:ext cx="2738685" cy="251917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rcRect t="-1" r="35025" b="41384"/>
          <a:stretch>
            <a:fillRect/>
          </a:stretch>
        </p:blipFill>
        <p:spPr>
          <a:xfrm>
            <a:off x="4510007" y="1779002"/>
            <a:ext cx="3933895" cy="32644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uadroTexto 9"/>
          <p:cNvSpPr txBox="1"/>
          <p:nvPr/>
        </p:nvSpPr>
        <p:spPr>
          <a:xfrm>
            <a:off x="189230" y="20913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41630" y="22437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94030" y="23961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46430" y="254857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>
                <a:latin typeface="FontAwesome" pitchFamily="2" charset="0"/>
              </a:rPr>
              <a:t></a:t>
            </a:r>
            <a:endParaRPr lang="es-PE" sz="2800" dirty="0">
              <a:latin typeface="FontAwesome" pitchFamily="2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6096000" y="2427983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FF000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FF0000"/>
              </a:solidFill>
              <a:latin typeface="FontAwesome" pitchFamily="2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523462" y="544025"/>
            <a:ext cx="3802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latin typeface="Century Gothic" panose="020B0502020202020204" pitchFamily="34" charset="0"/>
              </a:rPr>
              <a:t>Mueve el marcador en el mapa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16"/>
          <p:cNvSpPr/>
          <p:nvPr/>
        </p:nvSpPr>
        <p:spPr>
          <a:xfrm>
            <a:off x="4582904" y="889639"/>
            <a:ext cx="2818211" cy="2747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2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Nombre del local</a:t>
            </a:r>
            <a:endParaRPr lang="es-PE" sz="1200" dirty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Rectángulo: esquinas redondeadas 17"/>
          <p:cNvSpPr/>
          <p:nvPr/>
        </p:nvSpPr>
        <p:spPr>
          <a:xfrm>
            <a:off x="7432151" y="889639"/>
            <a:ext cx="1009301" cy="26777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Limpiar</a:t>
            </a:r>
            <a:endParaRPr lang="es-PE" sz="1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341630" y="3633811"/>
            <a:ext cx="369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FontAwesome" pitchFamily="2" charset="0"/>
              </a:rPr>
              <a:t></a:t>
            </a:r>
            <a:endParaRPr lang="es-PE" sz="2000" dirty="0">
              <a:latin typeface="FontAwesome" pitchFamily="2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46242" y="1130556"/>
            <a:ext cx="7729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mod14b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4523462" y="57152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22" name="Conector recto 21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4896465" y="57152"/>
            <a:ext cx="15776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Agregar lugar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32" name="Rectángulo: esquinas redondeadas 31"/>
          <p:cNvSpPr/>
          <p:nvPr/>
        </p:nvSpPr>
        <p:spPr>
          <a:xfrm>
            <a:off x="4582904" y="1322205"/>
            <a:ext cx="3802480" cy="2747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sz="1200" dirty="0" err="1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Direccion</a:t>
            </a:r>
            <a:r>
              <a:rPr lang="es-PE" sz="12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 y distrito</a:t>
            </a:r>
            <a:endParaRPr lang="es-PE" sz="1200" dirty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Rectángulo: esquinas redondeadas 15"/>
          <p:cNvSpPr/>
          <p:nvPr/>
        </p:nvSpPr>
        <p:spPr>
          <a:xfrm>
            <a:off x="6872765" y="100745"/>
            <a:ext cx="1453177" cy="28214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ESTOY EN EL LUGAR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790678" y="4394256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1064900" y="4060340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726903" y="4694791"/>
            <a:ext cx="492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dirty="0">
                <a:solidFill>
                  <a:srgbClr val="7030A0"/>
                </a:solidFill>
                <a:latin typeface="FontAwesome" pitchFamily="2" charset="0"/>
              </a:rPr>
              <a:t></a:t>
            </a:r>
            <a:endParaRPr lang="es-PE" sz="2800" dirty="0">
              <a:solidFill>
                <a:srgbClr val="7030A0"/>
              </a:solidFill>
              <a:latin typeface="FontAwesome" pitchFamily="2" charset="0"/>
            </a:endParaRPr>
          </a:p>
        </p:txBody>
      </p:sp>
      <p:sp>
        <p:nvSpPr>
          <p:cNvPr id="26" name="Bocadillo: rectángulo con esquinas redondeadas 25"/>
          <p:cNvSpPr/>
          <p:nvPr/>
        </p:nvSpPr>
        <p:spPr>
          <a:xfrm>
            <a:off x="2760608" y="4157036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Glamour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7" name="Bocadillo: rectángulo con esquinas redondeadas 26"/>
          <p:cNvSpPr/>
          <p:nvPr/>
        </p:nvSpPr>
        <p:spPr>
          <a:xfrm>
            <a:off x="958622" y="3786211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Bunker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8" name="Bocadillo: rectángulo con esquinas redondeadas 27"/>
          <p:cNvSpPr/>
          <p:nvPr/>
        </p:nvSpPr>
        <p:spPr>
          <a:xfrm>
            <a:off x="1715329" y="4389884"/>
            <a:ext cx="827095" cy="316598"/>
          </a:xfrm>
          <a:prstGeom prst="wedgeRoundRect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Arial Narrow" panose="020B0606020202030204" pitchFamily="34" charset="0"/>
              </a:rPr>
              <a:t>Texas</a:t>
            </a:r>
            <a:endParaRPr lang="es-PE" sz="1200" dirty="0">
              <a:latin typeface="Arial Narrow" panose="020B0606020202030204" pitchFamily="34" charset="0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6644729" y="456061"/>
            <a:ext cx="369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FontAwesome" pitchFamily="2" charset="0"/>
              </a:rPr>
              <a:t></a:t>
            </a:r>
            <a:endParaRPr lang="es-PE" sz="2000" dirty="0">
              <a:latin typeface="FontAwesome" pitchFamily="2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solidFill>
                  <a:srgbClr val="C00000"/>
                </a:solidFill>
                <a:latin typeface="FontAwesome" pitchFamily="2" charset="0"/>
              </a:rPr>
              <a:t></a:t>
            </a:r>
            <a:endParaRPr lang="es-PE" sz="8000" dirty="0">
              <a:solidFill>
                <a:srgbClr val="C00000"/>
              </a:solidFill>
              <a:latin typeface="FontAwesome" pitchFamily="2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2754018" y="1740424"/>
            <a:ext cx="3976688" cy="2375898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854422" y="373519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83271" y="524395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214013" y="4240797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1768201" y="373519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4435705" y="2384646"/>
            <a:ext cx="7393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BARSI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2707622" y="3670910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RUC 20122XXXX223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3978048" y="2697559"/>
            <a:ext cx="1654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RENZO ESPINOZA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280044" y="2965975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CEO Fundador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822499" y="3784160"/>
            <a:ext cx="20810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Whatsapp</a:t>
            </a:r>
            <a:r>
              <a:rPr lang="es-ES" sz="1400" dirty="0">
                <a:latin typeface="Century Gothic" panose="020B0502020202020204" pitchFamily="34" charset="0"/>
              </a:rPr>
              <a:t>. 988689682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4815996" y="3496888"/>
            <a:ext cx="2258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contacto@regentis.app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4" name="Rectángulo: esquinas redondeadas 23"/>
          <p:cNvSpPr/>
          <p:nvPr/>
        </p:nvSpPr>
        <p:spPr>
          <a:xfrm>
            <a:off x="7309879" y="1764086"/>
            <a:ext cx="3976688" cy="2375898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6" name="Gráfico 25" descr="Trofe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7883" y="2248673"/>
            <a:ext cx="914400" cy="914400"/>
          </a:xfrm>
          <a:prstGeom prst="rect">
            <a:avLst/>
          </a:prstGeom>
        </p:spPr>
      </p:pic>
      <p:pic>
        <p:nvPicPr>
          <p:cNvPr id="28" name="Gráfico 27" descr="Anillos de boda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244" y="1634264"/>
            <a:ext cx="914400" cy="914400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7405305" y="3185951"/>
            <a:ext cx="1502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BARSI</a:t>
            </a:r>
            <a:endParaRPr lang="es-ES" sz="1400" dirty="0">
              <a:latin typeface="Century Gothic" panose="020B0502020202020204" pitchFamily="34" charset="0"/>
            </a:endParaRPr>
          </a:p>
          <a:p>
            <a:pPr algn="ctr"/>
            <a:r>
              <a:rPr lang="es-ES" sz="1400" dirty="0">
                <a:latin typeface="Century Gothic" panose="020B0502020202020204" pitchFamily="34" charset="0"/>
              </a:rPr>
              <a:t>www.barsi.app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1284797" y="1282956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1437197" y="1435356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7350700" y="3689758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Tiktok</a:t>
            </a:r>
            <a:r>
              <a:rPr lang="es-ES" sz="1400" dirty="0">
                <a:latin typeface="Century Gothic" panose="020B0502020202020204" pitchFamily="34" charset="0"/>
              </a:rPr>
              <a:t>: @barsiapp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7993218" y="1852491"/>
            <a:ext cx="2383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Seleccion</a:t>
            </a:r>
            <a:r>
              <a:rPr lang="es-ES" sz="1400" dirty="0">
                <a:latin typeface="Century Gothic" panose="020B0502020202020204" pitchFamily="34" charset="0"/>
              </a:rPr>
              <a:t> de la </a:t>
            </a:r>
            <a:r>
              <a:rPr lang="es-ES" sz="1400" dirty="0" err="1">
                <a:latin typeface="Century Gothic" panose="020B0502020202020204" pitchFamily="34" charset="0"/>
              </a:rPr>
              <a:t>PlayStore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4918899" y="3263766"/>
            <a:ext cx="1781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www.regentis.app</a:t>
            </a:r>
            <a:endParaRPr lang="es-PE" sz="14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165" y="9144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5960" y="579120"/>
            <a:ext cx="3966845" cy="15951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0845" y="3673475"/>
            <a:ext cx="4143375" cy="3905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358" r="3152"/>
          <a:stretch>
            <a:fillRect/>
          </a:stretch>
        </p:blipFill>
        <p:spPr>
          <a:xfrm>
            <a:off x="4589145" y="2578100"/>
            <a:ext cx="2740660" cy="7848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358" r="56472"/>
          <a:stretch>
            <a:fillRect/>
          </a:stretch>
        </p:blipFill>
        <p:spPr>
          <a:xfrm>
            <a:off x="7329805" y="2578100"/>
            <a:ext cx="1226185" cy="7848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165" y="2175510"/>
            <a:ext cx="2952750" cy="4000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145" y="85090"/>
            <a:ext cx="2819400" cy="4286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615" y="3365500"/>
            <a:ext cx="2781300" cy="14763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3505" y="6391275"/>
            <a:ext cx="260032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9145" y="85090"/>
            <a:ext cx="2819400" cy="4286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505" y="6391275"/>
            <a:ext cx="2600325" cy="4476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10033"/>
          <a:stretch>
            <a:fillRect/>
          </a:stretch>
        </p:blipFill>
        <p:spPr>
          <a:xfrm>
            <a:off x="4496435" y="466090"/>
            <a:ext cx="3976370" cy="576135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4979035"/>
            <a:ext cx="4886325" cy="1504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30" y="3428365"/>
            <a:ext cx="5210175" cy="3429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55" y="0"/>
            <a:ext cx="1152525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455" y="720725"/>
            <a:ext cx="4180840" cy="63563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0" y="850265"/>
            <a:ext cx="2049145" cy="3994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50" y="720725"/>
            <a:ext cx="137287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9145" y="85090"/>
            <a:ext cx="2819400" cy="4286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230" y="513715"/>
            <a:ext cx="3965575" cy="6343650"/>
          </a:xfrm>
          <a:prstGeom prst="rect">
            <a:avLst/>
          </a:prstGeom>
        </p:spPr>
      </p:pic>
      <p:sp>
        <p:nvSpPr>
          <p:cNvPr id="16" name="Rectangles 15"/>
          <p:cNvSpPr/>
          <p:nvPr/>
        </p:nvSpPr>
        <p:spPr>
          <a:xfrm>
            <a:off x="4589145" y="513715"/>
            <a:ext cx="637540" cy="490220"/>
          </a:xfrm>
          <a:prstGeom prst="rect">
            <a:avLst/>
          </a:prstGeom>
          <a:solidFill>
            <a:srgbClr val="FAE4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>
            <a:off x="7764145" y="513715"/>
            <a:ext cx="518795" cy="490220"/>
          </a:xfrm>
          <a:prstGeom prst="rect">
            <a:avLst/>
          </a:prstGeom>
          <a:solidFill>
            <a:srgbClr val="FAE4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911883" y="290739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0"/>
          <p:cNvSpPr txBox="1"/>
          <p:nvPr/>
        </p:nvSpPr>
        <p:spPr>
          <a:xfrm>
            <a:off x="6044693" y="91410"/>
            <a:ext cx="10807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REGENTIS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1"/>
          <p:cNvSpPr txBox="1"/>
          <p:nvPr/>
        </p:nvSpPr>
        <p:spPr>
          <a:xfrm>
            <a:off x="489087" y="973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3" name="Rectángulo: esquinas redondeadas 9"/>
          <p:cNvSpPr/>
          <p:nvPr/>
        </p:nvSpPr>
        <p:spPr>
          <a:xfrm>
            <a:off x="4612005" y="558165"/>
            <a:ext cx="3771900" cy="93408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CuadroTexto 10"/>
          <p:cNvSpPr txBox="1"/>
          <p:nvPr/>
        </p:nvSpPr>
        <p:spPr>
          <a:xfrm>
            <a:off x="4611816" y="4363055"/>
            <a:ext cx="21507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MiniPOS Club Social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28" name="CuadroTexto 11"/>
          <p:cNvSpPr txBox="1"/>
          <p:nvPr/>
        </p:nvSpPr>
        <p:spPr>
          <a:xfrm>
            <a:off x="892947" y="416350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29" name="Rectángulo: esquinas redondeadas 7"/>
          <p:cNvSpPr/>
          <p:nvPr/>
        </p:nvSpPr>
        <p:spPr>
          <a:xfrm>
            <a:off x="5033645" y="1743075"/>
            <a:ext cx="1477010" cy="29273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es-ES" sz="1500" dirty="0">
                <a:latin typeface="Century Gothic" panose="020B0502020202020204" pitchFamily="34" charset="0"/>
              </a:rPr>
              <a:t>Maquetas</a:t>
            </a:r>
            <a:endParaRPr lang="es-MX" altLang="es-ES" sz="1500" dirty="0">
              <a:latin typeface="Century Gothic" panose="020B0502020202020204" pitchFamily="34" charset="0"/>
            </a:endParaRPr>
          </a:p>
        </p:txBody>
      </p:sp>
      <p:sp>
        <p:nvSpPr>
          <p:cNvPr id="30" name="Rectángulo: esquinas redondeadas 7"/>
          <p:cNvSpPr/>
          <p:nvPr/>
        </p:nvSpPr>
        <p:spPr>
          <a:xfrm>
            <a:off x="6588760" y="1743075"/>
            <a:ext cx="1477010" cy="292735"/>
          </a:xfrm>
          <a:prstGeom prst="round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es-ES" sz="1500" dirty="0">
                <a:ln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PlayStore</a:t>
            </a:r>
            <a:endParaRPr lang="es-MX" altLang="es-ES" sz="1500" dirty="0">
              <a:ln>
                <a:noFill/>
              </a:ln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Rectángulo: esquinas redondeadas 9"/>
          <p:cNvSpPr/>
          <p:nvPr/>
        </p:nvSpPr>
        <p:spPr>
          <a:xfrm>
            <a:off x="4612005" y="2259965"/>
            <a:ext cx="3771900" cy="200215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ángulo: esquinas redondeadas 9"/>
          <p:cNvSpPr/>
          <p:nvPr/>
        </p:nvSpPr>
        <p:spPr>
          <a:xfrm>
            <a:off x="4612005" y="4736465"/>
            <a:ext cx="3771900" cy="200215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523128" y="60063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5537963" y="60295"/>
            <a:ext cx="20942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MiniPos Club Social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1"/>
          <p:cNvSpPr txBox="1"/>
          <p:nvPr/>
        </p:nvSpPr>
        <p:spPr>
          <a:xfrm>
            <a:off x="4612142" y="3155762"/>
            <a:ext cx="367411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1400" dirty="0">
                <a:latin typeface="Century Gothic" panose="020B0502020202020204" pitchFamily="34" charset="0"/>
              </a:rPr>
              <a:t>Lorem ipsum dolor sit amet, consectetur </a:t>
            </a:r>
            <a:endParaRPr lang="en-US" altLang="en-US" sz="1400" dirty="0">
              <a:latin typeface="Century Gothic" panose="020B0502020202020204" pitchFamily="34" charset="0"/>
            </a:endParaRPr>
          </a:p>
          <a:p>
            <a:pPr algn="l"/>
            <a:r>
              <a:rPr lang="en-US" altLang="en-US" sz="1400" dirty="0">
                <a:latin typeface="Century Gothic" panose="020B0502020202020204" pitchFamily="34" charset="0"/>
              </a:rPr>
              <a:t>adipiscing elit, sed do eiusmod tempor </a:t>
            </a:r>
            <a:endParaRPr lang="en-US" altLang="en-US" sz="1400" dirty="0">
              <a:latin typeface="Century Gothic" panose="020B0502020202020204" pitchFamily="34" charset="0"/>
            </a:endParaRPr>
          </a:p>
          <a:p>
            <a:pPr algn="l"/>
            <a:r>
              <a:rPr lang="en-US" altLang="en-US" sz="1400" dirty="0">
                <a:latin typeface="Century Gothic" panose="020B0502020202020204" pitchFamily="34" charset="0"/>
              </a:rPr>
              <a:t>incididunt ut labore et dolore magna </a:t>
            </a:r>
            <a:endParaRPr lang="en-US" altLang="en-US" sz="1400" dirty="0">
              <a:latin typeface="Century Gothic" panose="020B0502020202020204" pitchFamily="34" charset="0"/>
            </a:endParaRPr>
          </a:p>
          <a:p>
            <a:pPr algn="l"/>
            <a:r>
              <a:rPr lang="en-US" altLang="en-US" sz="1400" dirty="0">
                <a:latin typeface="Century Gothic" panose="020B0502020202020204" pitchFamily="34" charset="0"/>
              </a:rPr>
              <a:t>aliqua. </a:t>
            </a:r>
            <a:endParaRPr lang="en-US" altLang="en-US" sz="1400" dirty="0">
              <a:latin typeface="Century Gothic" panose="020B0502020202020204" pitchFamily="34" charset="0"/>
            </a:endParaRPr>
          </a:p>
        </p:txBody>
      </p:sp>
      <p:sp>
        <p:nvSpPr>
          <p:cNvPr id="16" name="Rectángulo: esquinas redondeadas 9"/>
          <p:cNvSpPr/>
          <p:nvPr/>
        </p:nvSpPr>
        <p:spPr>
          <a:xfrm>
            <a:off x="4612005" y="576580"/>
            <a:ext cx="3771900" cy="200215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0"/>
          <p:cNvSpPr txBox="1"/>
          <p:nvPr/>
        </p:nvSpPr>
        <p:spPr>
          <a:xfrm>
            <a:off x="1514921" y="5583525"/>
            <a:ext cx="280733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2200" b="1" dirty="0" err="1">
                <a:latin typeface="Century Gothic" panose="020B0502020202020204" pitchFamily="34" charset="0"/>
              </a:rPr>
              <a:t>MiniPos Club Social</a:t>
            </a:r>
            <a:endParaRPr lang="es-MX" altLang="es-ES" sz="2200" b="1" dirty="0" err="1">
              <a:latin typeface="Century Gothic" panose="020B0502020202020204" pitchFamily="34" charset="0"/>
            </a:endParaRPr>
          </a:p>
        </p:txBody>
      </p:sp>
      <p:sp>
        <p:nvSpPr>
          <p:cNvPr id="18" name="Rectángulo: esquinas redondeadas 9"/>
          <p:cNvSpPr/>
          <p:nvPr/>
        </p:nvSpPr>
        <p:spPr>
          <a:xfrm>
            <a:off x="4612005" y="4208145"/>
            <a:ext cx="3771900" cy="2002155"/>
          </a:xfrm>
          <a:prstGeom prst="roundRect">
            <a:avLst/>
          </a:prstGeom>
          <a:blipFill rotWithShape="1">
            <a:blip r:embed="rId2"/>
            <a:stretch>
              <a:fillRect r="1000"/>
            </a:stretch>
          </a:blip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335" y="473329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478655" y="879475"/>
            <a:ext cx="3994150" cy="1202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4495165" y="2127250"/>
            <a:ext cx="3977640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/>
              <a:t>Elige a tus candidatos</a:t>
            </a:r>
            <a:endParaRPr lang="es-MX" altLang="en-US"/>
          </a:p>
        </p:txBody>
      </p:sp>
      <p:sp>
        <p:nvSpPr>
          <p:cNvPr id="17" name="Rectángulo: esquinas redondeadas 7"/>
          <p:cNvSpPr/>
          <p:nvPr/>
        </p:nvSpPr>
        <p:spPr>
          <a:xfrm>
            <a:off x="4902223" y="269784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es-ES" sz="1500" dirty="0">
                <a:latin typeface="Century Gothic" panose="020B0502020202020204" pitchFamily="34" charset="0"/>
              </a:rPr>
              <a:t>Ir a votar</a:t>
            </a:r>
            <a:endParaRPr lang="es-MX" altLang="es-ES" sz="1500" dirty="0">
              <a:latin typeface="Century Gothic" panose="020B0502020202020204" pitchFamily="34" charset="0"/>
            </a:endParaRPr>
          </a:p>
        </p:txBody>
      </p:sp>
      <p:sp>
        <p:nvSpPr>
          <p:cNvPr id="18" name="Elipse 6"/>
          <p:cNvSpPr/>
          <p:nvPr/>
        </p:nvSpPr>
        <p:spPr>
          <a:xfrm>
            <a:off x="4615307" y="353949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19" name="Text Box 18"/>
          <p:cNvSpPr txBox="1"/>
          <p:nvPr/>
        </p:nvSpPr>
        <p:spPr>
          <a:xfrm>
            <a:off x="4990465" y="3524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Instrucciones</a:t>
            </a:r>
            <a:endParaRPr lang="es-MX" altLang="en-US"/>
          </a:p>
        </p:txBody>
      </p:sp>
      <p:sp>
        <p:nvSpPr>
          <p:cNvPr id="20" name="Elipse 6"/>
          <p:cNvSpPr/>
          <p:nvPr/>
        </p:nvSpPr>
        <p:spPr>
          <a:xfrm>
            <a:off x="4902327" y="4035425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21" name="Elipse 6"/>
          <p:cNvSpPr/>
          <p:nvPr/>
        </p:nvSpPr>
        <p:spPr>
          <a:xfrm>
            <a:off x="2379472" y="426720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22" name="Elipse 6"/>
          <p:cNvSpPr/>
          <p:nvPr/>
        </p:nvSpPr>
        <p:spPr>
          <a:xfrm>
            <a:off x="2221357" y="48666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23" name="Elipse 6"/>
          <p:cNvSpPr/>
          <p:nvPr/>
        </p:nvSpPr>
        <p:spPr>
          <a:xfrm>
            <a:off x="1352677" y="44221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24" name="Text Box 23"/>
          <p:cNvSpPr txBox="1"/>
          <p:nvPr/>
        </p:nvSpPr>
        <p:spPr>
          <a:xfrm>
            <a:off x="5277485" y="4037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Escoge a tu candidato favorito</a:t>
            </a:r>
            <a:endParaRPr lang="es-MX" altLang="en-US"/>
          </a:p>
        </p:txBody>
      </p:sp>
      <p:sp>
        <p:nvSpPr>
          <p:cNvPr id="25" name="Elipse 6"/>
          <p:cNvSpPr/>
          <p:nvPr/>
        </p:nvSpPr>
        <p:spPr>
          <a:xfrm>
            <a:off x="4901692" y="452882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es-PE" dirty="0"/>
              <a:t>2</a:t>
            </a:r>
            <a:endParaRPr lang="es-MX" altLang="es-PE" dirty="0"/>
          </a:p>
        </p:txBody>
      </p:sp>
      <p:sp>
        <p:nvSpPr>
          <p:cNvPr id="26" name="Text Box 25"/>
          <p:cNvSpPr txBox="1"/>
          <p:nvPr/>
        </p:nvSpPr>
        <p:spPr>
          <a:xfrm>
            <a:off x="5276850" y="4531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Marca el recuadro y confirma</a:t>
            </a:r>
            <a:endParaRPr lang="es-MX" altLang="en-US"/>
          </a:p>
        </p:txBody>
      </p:sp>
      <p:sp>
        <p:nvSpPr>
          <p:cNvPr id="27" name="Elipse 6"/>
          <p:cNvSpPr/>
          <p:nvPr/>
        </p:nvSpPr>
        <p:spPr>
          <a:xfrm>
            <a:off x="4901692" y="5019675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es-PE" dirty="0"/>
              <a:t>3</a:t>
            </a:r>
            <a:endParaRPr lang="es-MX" altLang="es-PE" dirty="0"/>
          </a:p>
        </p:txBody>
      </p:sp>
      <p:sp>
        <p:nvSpPr>
          <p:cNvPr id="28" name="Text Box 27"/>
          <p:cNvSpPr txBox="1"/>
          <p:nvPr/>
        </p:nvSpPr>
        <p:spPr>
          <a:xfrm>
            <a:off x="5276850" y="5022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Envia tu voto</a:t>
            </a:r>
            <a:endParaRPr lang="es-MX" altLang="en-US"/>
          </a:p>
        </p:txBody>
      </p:sp>
      <p:sp>
        <p:nvSpPr>
          <p:cNvPr id="29" name="CuadroTexto 10"/>
          <p:cNvSpPr txBox="1"/>
          <p:nvPr/>
        </p:nvSpPr>
        <p:spPr>
          <a:xfrm>
            <a:off x="5425440" y="140335"/>
            <a:ext cx="3047365" cy="3384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s-MX" altLang="es-ES" sz="1600" b="1" dirty="0" err="1">
                <a:latin typeface="Century Gothic" panose="020B0502020202020204" pitchFamily="34" charset="0"/>
              </a:rPr>
              <a:t>Elecciones Generales 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424805" y="466090"/>
            <a:ext cx="304736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MX" altLang="es-ES" sz="1600" b="1" dirty="0" err="1">
                <a:latin typeface="Century Gothic" panose="020B0502020202020204" pitchFamily="34" charset="0"/>
              </a:rPr>
              <a:t>Peru 2026</a:t>
            </a:r>
            <a:endParaRPr lang="es-MX" alt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es-ES" sz="1500" dirty="0">
                <a:latin typeface="Century Gothic" panose="020B0502020202020204" pitchFamily="34" charset="0"/>
              </a:rPr>
              <a:t>Confirmar voto</a:t>
            </a:r>
            <a:endParaRPr lang="es-MX" altLang="es-ES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8"/>
          <p:cNvSpPr txBox="1"/>
          <p:nvPr/>
        </p:nvSpPr>
        <p:spPr>
          <a:xfrm>
            <a:off x="4539003" y="657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6" name="CuadroTexto 11"/>
          <p:cNvSpPr txBox="1"/>
          <p:nvPr/>
        </p:nvSpPr>
        <p:spPr>
          <a:xfrm>
            <a:off x="4973457" y="91252"/>
            <a:ext cx="209232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s-ES" sz="1400" dirty="0" err="1">
                <a:latin typeface="Century Gothic" panose="020B0502020202020204" pitchFamily="34" charset="0"/>
              </a:rPr>
              <a:t>Votar para presidente</a:t>
            </a:r>
            <a:endParaRPr lang="es-MX" altLang="es-ES" sz="1400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9"/>
          <p:cNvSpPr/>
          <p:nvPr/>
        </p:nvSpPr>
        <p:spPr>
          <a:xfrm>
            <a:off x="6953885" y="650875"/>
            <a:ext cx="1085215" cy="1028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: esquinas redondeadas 9"/>
          <p:cNvSpPr/>
          <p:nvPr/>
        </p:nvSpPr>
        <p:spPr>
          <a:xfrm>
            <a:off x="5815330" y="650875"/>
            <a:ext cx="1085215" cy="1028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redondeadas 9"/>
          <p:cNvSpPr/>
          <p:nvPr/>
        </p:nvSpPr>
        <p:spPr>
          <a:xfrm>
            <a:off x="4664075" y="650875"/>
            <a:ext cx="1085215" cy="10287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CuadroTexto 10"/>
          <p:cNvSpPr txBox="1"/>
          <p:nvPr/>
        </p:nvSpPr>
        <p:spPr>
          <a:xfrm>
            <a:off x="4600386" y="816580"/>
            <a:ext cx="6178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1 / 3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23" name="CuadroTexto 11"/>
          <p:cNvSpPr txBox="1"/>
          <p:nvPr/>
        </p:nvSpPr>
        <p:spPr>
          <a:xfrm>
            <a:off x="5141732" y="846267"/>
            <a:ext cx="33775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s-ES" sz="1400" dirty="0" err="1">
                <a:latin typeface="Century Gothic" panose="020B0502020202020204" pitchFamily="34" charset="0"/>
              </a:rPr>
              <a:t>Elige a tu candidato para presidente</a:t>
            </a:r>
            <a:endParaRPr lang="es-MX" altLang="es-ES" sz="1400" dirty="0">
              <a:latin typeface="Century Gothic" panose="020B0502020202020204" pitchFamily="34" charset="0"/>
            </a:endParaRPr>
          </a:p>
        </p:txBody>
      </p:sp>
      <p:sp>
        <p:nvSpPr>
          <p:cNvPr id="24" name="CuadroTexto 10"/>
          <p:cNvSpPr txBox="1"/>
          <p:nvPr/>
        </p:nvSpPr>
        <p:spPr>
          <a:xfrm>
            <a:off x="5061396" y="1409035"/>
            <a:ext cx="284543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>
                <a:latin typeface="Century Gothic" panose="020B0502020202020204" pitchFamily="34" charset="0"/>
              </a:rPr>
              <a:t>Candidatos mas populares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97400" y="2051050"/>
            <a:ext cx="855980" cy="88836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CuadroTexto 11"/>
          <p:cNvSpPr txBox="1"/>
          <p:nvPr/>
        </p:nvSpPr>
        <p:spPr>
          <a:xfrm>
            <a:off x="5555117" y="2401382"/>
            <a:ext cx="24758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s-ES" sz="1400" dirty="0" err="1">
                <a:latin typeface="Century Gothic" panose="020B0502020202020204" pitchFamily="34" charset="0"/>
              </a:rPr>
              <a:t>Partido Popular Progresista</a:t>
            </a:r>
            <a:endParaRPr lang="es-MX" altLang="es-ES" sz="1400" dirty="0">
              <a:latin typeface="Century Gothic" panose="020B0502020202020204" pitchFamily="34" charset="0"/>
            </a:endParaRPr>
          </a:p>
        </p:txBody>
      </p:sp>
      <p:sp>
        <p:nvSpPr>
          <p:cNvPr id="27" name="CuadroTexto 10"/>
          <p:cNvSpPr txBox="1"/>
          <p:nvPr/>
        </p:nvSpPr>
        <p:spPr>
          <a:xfrm>
            <a:off x="5554791" y="2064355"/>
            <a:ext cx="221678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>
                <a:latin typeface="Century Gothic" panose="020B0502020202020204" pitchFamily="34" charset="0"/>
              </a:rPr>
              <a:t>Julio Montes de Oca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97400" y="3166745"/>
            <a:ext cx="855980" cy="88836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CuadroTexto 11"/>
          <p:cNvSpPr txBox="1"/>
          <p:nvPr/>
        </p:nvSpPr>
        <p:spPr>
          <a:xfrm>
            <a:off x="5555117" y="3517077"/>
            <a:ext cx="24758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s-ES" sz="1400" dirty="0" err="1">
                <a:latin typeface="Century Gothic" panose="020B0502020202020204" pitchFamily="34" charset="0"/>
              </a:rPr>
              <a:t>Partido Popular Progresista</a:t>
            </a:r>
            <a:endParaRPr lang="es-MX" altLang="es-ES" sz="1400" dirty="0">
              <a:latin typeface="Century Gothic" panose="020B0502020202020204" pitchFamily="34" charset="0"/>
            </a:endParaRPr>
          </a:p>
        </p:txBody>
      </p:sp>
      <p:sp>
        <p:nvSpPr>
          <p:cNvPr id="30" name="CuadroTexto 10"/>
          <p:cNvSpPr txBox="1"/>
          <p:nvPr/>
        </p:nvSpPr>
        <p:spPr>
          <a:xfrm>
            <a:off x="5554791" y="3180050"/>
            <a:ext cx="221678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>
                <a:latin typeface="Century Gothic" panose="020B0502020202020204" pitchFamily="34" charset="0"/>
              </a:rPr>
              <a:t>Julio Montes de Oca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97400" y="4282440"/>
            <a:ext cx="855980" cy="88836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CuadroTexto 11"/>
          <p:cNvSpPr txBox="1"/>
          <p:nvPr/>
        </p:nvSpPr>
        <p:spPr>
          <a:xfrm>
            <a:off x="5555117" y="4632772"/>
            <a:ext cx="24758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s-ES" sz="1400" dirty="0" err="1">
                <a:latin typeface="Century Gothic" panose="020B0502020202020204" pitchFamily="34" charset="0"/>
              </a:rPr>
              <a:t>Partido Popular Progresista</a:t>
            </a:r>
            <a:endParaRPr lang="es-MX" altLang="es-ES" sz="1400" dirty="0">
              <a:latin typeface="Century Gothic" panose="020B0502020202020204" pitchFamily="34" charset="0"/>
            </a:endParaRPr>
          </a:p>
        </p:txBody>
      </p:sp>
      <p:sp>
        <p:nvSpPr>
          <p:cNvPr id="33" name="CuadroTexto 10"/>
          <p:cNvSpPr txBox="1"/>
          <p:nvPr/>
        </p:nvSpPr>
        <p:spPr>
          <a:xfrm>
            <a:off x="5554791" y="4295745"/>
            <a:ext cx="221678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>
                <a:latin typeface="Century Gothic" panose="020B0502020202020204" pitchFamily="34" charset="0"/>
              </a:rPr>
              <a:t>Julio Montes de Oca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36" name="CuadroTexto 8"/>
          <p:cNvSpPr txBox="1"/>
          <p:nvPr/>
        </p:nvSpPr>
        <p:spPr>
          <a:xfrm>
            <a:off x="911883" y="3673213"/>
            <a:ext cx="434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latin typeface="FontAwesome" pitchFamily="2" charset="0"/>
              </a:rPr>
              <a:t>⭐</a:t>
            </a:r>
            <a:endParaRPr lang="en-US" altLang="en-US" sz="2800" dirty="0">
              <a:latin typeface="FontAwesome" pitchFamily="2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0" y="3823970"/>
            <a:ext cx="457835" cy="45783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90" y="3178810"/>
            <a:ext cx="952500" cy="9525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85" y="4632960"/>
            <a:ext cx="332105" cy="33210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65" y="2756535"/>
            <a:ext cx="198120" cy="19812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60" y="2756535"/>
            <a:ext cx="198120" cy="19812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455" y="2756535"/>
            <a:ext cx="198120" cy="19812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545" y="3861435"/>
            <a:ext cx="198120" cy="19812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440" y="3861435"/>
            <a:ext cx="198120" cy="19812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335" y="3861435"/>
            <a:ext cx="198120" cy="19812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225" y="3861435"/>
            <a:ext cx="198120" cy="19812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080" y="2756535"/>
            <a:ext cx="198120" cy="19812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2756535"/>
            <a:ext cx="198120" cy="19812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295" y="4972685"/>
            <a:ext cx="198120" cy="19812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190" y="4972685"/>
            <a:ext cx="198120" cy="19812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85" y="4972685"/>
            <a:ext cx="198120" cy="19812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4972685"/>
            <a:ext cx="198120" cy="19812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750" y="2221865"/>
            <a:ext cx="486410" cy="48641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100" y="3187700"/>
            <a:ext cx="486410" cy="486410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4295775"/>
            <a:ext cx="486410" cy="48641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52705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8"/>
          <p:cNvSpPr txBox="1"/>
          <p:nvPr/>
        </p:nvSpPr>
        <p:spPr>
          <a:xfrm>
            <a:off x="4549798" y="52443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6" name="CuadroTexto 10"/>
          <p:cNvSpPr txBox="1"/>
          <p:nvPr/>
        </p:nvSpPr>
        <p:spPr>
          <a:xfrm>
            <a:off x="5442078" y="60930"/>
            <a:ext cx="21005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Votar para senador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9"/>
          <p:cNvSpPr/>
          <p:nvPr/>
        </p:nvSpPr>
        <p:spPr>
          <a:xfrm>
            <a:off x="6953885" y="650875"/>
            <a:ext cx="1085215" cy="1028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: esquinas redondeadas 9"/>
          <p:cNvSpPr/>
          <p:nvPr/>
        </p:nvSpPr>
        <p:spPr>
          <a:xfrm>
            <a:off x="5815330" y="650875"/>
            <a:ext cx="1085215" cy="10287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redondeadas 9"/>
          <p:cNvSpPr/>
          <p:nvPr/>
        </p:nvSpPr>
        <p:spPr>
          <a:xfrm>
            <a:off x="4664075" y="650875"/>
            <a:ext cx="1085215" cy="10287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CuadroTexto 10"/>
          <p:cNvSpPr txBox="1"/>
          <p:nvPr/>
        </p:nvSpPr>
        <p:spPr>
          <a:xfrm>
            <a:off x="4600386" y="816580"/>
            <a:ext cx="6178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2 / 3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23" name="CuadroTexto 11"/>
          <p:cNvSpPr txBox="1"/>
          <p:nvPr/>
        </p:nvSpPr>
        <p:spPr>
          <a:xfrm>
            <a:off x="5141732" y="846267"/>
            <a:ext cx="23526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s-ES" sz="1400" dirty="0" err="1">
                <a:latin typeface="Century Gothic" panose="020B0502020202020204" pitchFamily="34" charset="0"/>
              </a:rPr>
              <a:t>Elige hasta 3 candidatos </a:t>
            </a:r>
            <a:endParaRPr lang="es-MX" altLang="es-ES" sz="1400" dirty="0">
              <a:latin typeface="Century Gothic" panose="020B0502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54800" y="1435735"/>
            <a:ext cx="1694180" cy="155511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 w="1270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6654800" y="3126740"/>
            <a:ext cx="1694815" cy="521970"/>
            <a:chOff x="5328" y="5785"/>
            <a:chExt cx="2669" cy="82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5" y="5785"/>
              <a:ext cx="752" cy="752"/>
            </a:xfrm>
            <a:prstGeom prst="rect">
              <a:avLst/>
            </a:prstGeom>
          </p:spPr>
        </p:pic>
        <p:sp>
          <p:nvSpPr>
            <p:cNvPr id="29" name="CuadroTexto 11"/>
            <p:cNvSpPr txBox="1"/>
            <p:nvPr/>
          </p:nvSpPr>
          <p:spPr>
            <a:xfrm>
              <a:off x="5328" y="5785"/>
              <a:ext cx="1917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altLang="es-ES" sz="1400" dirty="0" err="1">
                  <a:latin typeface="Century Gothic" panose="020B0502020202020204" pitchFamily="34" charset="0"/>
                </a:rPr>
                <a:t>Matias Diaz </a:t>
              </a:r>
              <a:endParaRPr lang="es-MX" altLang="es-ES" sz="1400" dirty="0" err="1">
                <a:latin typeface="Century Gothic" panose="020B0502020202020204" pitchFamily="34" charset="0"/>
              </a:endParaRPr>
            </a:p>
            <a:p>
              <a:r>
                <a:rPr lang="es-MX" altLang="es-ES" sz="1400" dirty="0" err="1">
                  <a:latin typeface="Century Gothic" panose="020B0502020202020204" pitchFamily="34" charset="0"/>
                </a:rPr>
                <a:t>Saldaña</a:t>
              </a:r>
              <a:endParaRPr lang="es-MX" altLang="es-ES" sz="14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771640" y="3602990"/>
            <a:ext cx="1223010" cy="198120"/>
            <a:chOff x="14935" y="5710"/>
            <a:chExt cx="1926" cy="312"/>
          </a:xfrm>
        </p:grpSpPr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81" y="5710"/>
              <a:ext cx="312" cy="312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58" y="5710"/>
              <a:ext cx="312" cy="312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" y="5710"/>
              <a:ext cx="312" cy="312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49" y="5710"/>
              <a:ext cx="312" cy="312"/>
            </a:xfrm>
            <a:prstGeom prst="rect">
              <a:avLst/>
            </a:prstGeom>
          </p:spPr>
        </p:pic>
      </p:grpSp>
      <p:grpSp>
        <p:nvGrpSpPr>
          <p:cNvPr id="35" name="Group 34"/>
          <p:cNvGrpSpPr/>
          <p:nvPr/>
        </p:nvGrpSpPr>
        <p:grpSpPr>
          <a:xfrm>
            <a:off x="4664075" y="1435735"/>
            <a:ext cx="1694180" cy="2365375"/>
            <a:chOff x="7345" y="2261"/>
            <a:chExt cx="2668" cy="3725"/>
          </a:xfrm>
        </p:grpSpPr>
        <p:sp>
          <p:nvSpPr>
            <p:cNvPr id="25" name="Rounded Rectangle 24"/>
            <p:cNvSpPr/>
            <p:nvPr/>
          </p:nvSpPr>
          <p:spPr>
            <a:xfrm>
              <a:off x="7345" y="2261"/>
              <a:ext cx="2668" cy="2449"/>
            </a:xfrm>
            <a:prstGeom prst="roundRect">
              <a:avLst/>
            </a:prstGeom>
            <a:blipFill rotWithShape="1">
              <a:blip r:embed="rId1"/>
              <a:stretch>
                <a:fillRect/>
              </a:stretch>
            </a:blipFill>
            <a:ln w="1270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7345" y="4924"/>
              <a:ext cx="2669" cy="822"/>
              <a:chOff x="5328" y="5785"/>
              <a:chExt cx="2669" cy="822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45" y="5785"/>
                <a:ext cx="752" cy="752"/>
              </a:xfrm>
              <a:prstGeom prst="rect">
                <a:avLst/>
              </a:prstGeom>
            </p:spPr>
          </p:pic>
          <p:sp>
            <p:nvSpPr>
              <p:cNvPr id="19" name="CuadroTexto 11"/>
              <p:cNvSpPr txBox="1"/>
              <p:nvPr/>
            </p:nvSpPr>
            <p:spPr>
              <a:xfrm>
                <a:off x="5328" y="5785"/>
                <a:ext cx="1917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Matias Diaz </a:t>
                </a:r>
                <a:endParaRPr lang="es-MX" altLang="es-ES" sz="1400" dirty="0" err="1">
                  <a:latin typeface="Century Gothic" panose="020B0502020202020204" pitchFamily="34" charset="0"/>
                </a:endParaRPr>
              </a:p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Saldaña</a:t>
                </a:r>
                <a:endParaRPr lang="es-MX" altLang="es-ES" sz="1400" dirty="0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6" y="5674"/>
              <a:ext cx="312" cy="312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3" y="5674"/>
              <a:ext cx="312" cy="312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0" y="5674"/>
              <a:ext cx="312" cy="312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4" y="5674"/>
              <a:ext cx="312" cy="312"/>
            </a:xfrm>
            <a:prstGeom prst="rect">
              <a:avLst/>
            </a:prstGeom>
          </p:spPr>
        </p:pic>
      </p:grpSp>
      <p:grpSp>
        <p:nvGrpSpPr>
          <p:cNvPr id="36" name="Group 35"/>
          <p:cNvGrpSpPr/>
          <p:nvPr/>
        </p:nvGrpSpPr>
        <p:grpSpPr>
          <a:xfrm>
            <a:off x="4664075" y="3867785"/>
            <a:ext cx="1694180" cy="2365375"/>
            <a:chOff x="7345" y="2261"/>
            <a:chExt cx="2668" cy="3725"/>
          </a:xfrm>
        </p:grpSpPr>
        <p:sp>
          <p:nvSpPr>
            <p:cNvPr id="37" name="Rounded Rectangle 36"/>
            <p:cNvSpPr/>
            <p:nvPr/>
          </p:nvSpPr>
          <p:spPr>
            <a:xfrm>
              <a:off x="7345" y="2261"/>
              <a:ext cx="2668" cy="2449"/>
            </a:xfrm>
            <a:prstGeom prst="roundRect">
              <a:avLst/>
            </a:prstGeom>
            <a:blipFill rotWithShape="1">
              <a:blip r:embed="rId1"/>
              <a:stretch>
                <a:fillRect/>
              </a:stretch>
            </a:blipFill>
            <a:ln w="1270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7345" y="4924"/>
              <a:ext cx="2669" cy="822"/>
              <a:chOff x="5328" y="5785"/>
              <a:chExt cx="2669" cy="822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45" y="5785"/>
                <a:ext cx="752" cy="752"/>
              </a:xfrm>
              <a:prstGeom prst="rect">
                <a:avLst/>
              </a:prstGeom>
            </p:spPr>
          </p:pic>
          <p:sp>
            <p:nvSpPr>
              <p:cNvPr id="40" name="CuadroTexto 11"/>
              <p:cNvSpPr txBox="1"/>
              <p:nvPr/>
            </p:nvSpPr>
            <p:spPr>
              <a:xfrm>
                <a:off x="5328" y="5785"/>
                <a:ext cx="1917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Matias Diaz </a:t>
                </a:r>
                <a:endParaRPr lang="es-MX" altLang="es-ES" sz="1400" dirty="0" err="1">
                  <a:latin typeface="Century Gothic" panose="020B0502020202020204" pitchFamily="34" charset="0"/>
                </a:endParaRPr>
              </a:p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Saldaña</a:t>
                </a:r>
                <a:endParaRPr lang="es-MX" altLang="es-ES" sz="1400" dirty="0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6" y="5674"/>
              <a:ext cx="312" cy="312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3" y="5674"/>
              <a:ext cx="312" cy="312"/>
            </a:xfrm>
            <a:prstGeom prst="rect">
              <a:avLst/>
            </a:prstGeom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0" y="5674"/>
              <a:ext cx="312" cy="312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4" y="5674"/>
              <a:ext cx="312" cy="312"/>
            </a:xfrm>
            <a:prstGeom prst="rect">
              <a:avLst/>
            </a:prstGeom>
          </p:spPr>
        </p:pic>
      </p:grpSp>
      <p:grpSp>
        <p:nvGrpSpPr>
          <p:cNvPr id="45" name="Group 44"/>
          <p:cNvGrpSpPr/>
          <p:nvPr/>
        </p:nvGrpSpPr>
        <p:grpSpPr>
          <a:xfrm>
            <a:off x="6655435" y="3867785"/>
            <a:ext cx="1694180" cy="2365375"/>
            <a:chOff x="7345" y="2261"/>
            <a:chExt cx="2668" cy="3725"/>
          </a:xfrm>
        </p:grpSpPr>
        <p:sp>
          <p:nvSpPr>
            <p:cNvPr id="46" name="Rounded Rectangle 45"/>
            <p:cNvSpPr/>
            <p:nvPr/>
          </p:nvSpPr>
          <p:spPr>
            <a:xfrm>
              <a:off x="7345" y="2261"/>
              <a:ext cx="2668" cy="2449"/>
            </a:xfrm>
            <a:prstGeom prst="roundRect">
              <a:avLst/>
            </a:prstGeom>
            <a:blipFill rotWithShape="1">
              <a:blip r:embed="rId1"/>
              <a:stretch>
                <a:fillRect/>
              </a:stretch>
            </a:blipFill>
            <a:ln w="1270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7345" y="4924"/>
              <a:ext cx="2669" cy="822"/>
              <a:chOff x="5328" y="5785"/>
              <a:chExt cx="2669" cy="822"/>
            </a:xfrm>
          </p:grpSpPr>
          <p:pic>
            <p:nvPicPr>
              <p:cNvPr id="48" name="Picture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45" y="5785"/>
                <a:ext cx="752" cy="752"/>
              </a:xfrm>
              <a:prstGeom prst="rect">
                <a:avLst/>
              </a:prstGeom>
            </p:spPr>
          </p:pic>
          <p:sp>
            <p:nvSpPr>
              <p:cNvPr id="49" name="CuadroTexto 11"/>
              <p:cNvSpPr txBox="1"/>
              <p:nvPr/>
            </p:nvSpPr>
            <p:spPr>
              <a:xfrm>
                <a:off x="5328" y="5785"/>
                <a:ext cx="1917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Matias Diaz </a:t>
                </a:r>
                <a:endParaRPr lang="es-MX" altLang="es-ES" sz="1400" dirty="0" err="1">
                  <a:latin typeface="Century Gothic" panose="020B0502020202020204" pitchFamily="34" charset="0"/>
                </a:endParaRPr>
              </a:p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Saldaña</a:t>
                </a:r>
                <a:endParaRPr lang="es-MX" altLang="es-ES" sz="1400" dirty="0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6" y="5674"/>
              <a:ext cx="312" cy="312"/>
            </a:xfrm>
            <a:prstGeom prst="rect">
              <a:avLst/>
            </a:prstGeom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3" y="5674"/>
              <a:ext cx="312" cy="312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0" y="5674"/>
              <a:ext cx="312" cy="312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4" y="5674"/>
              <a:ext cx="312" cy="312"/>
            </a:xfrm>
            <a:prstGeom prst="rect">
              <a:avLst/>
            </a:prstGeom>
          </p:spPr>
        </p:pic>
      </p:grpSp>
      <p:pic>
        <p:nvPicPr>
          <p:cNvPr id="56" name="Picture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330" y="1409065"/>
            <a:ext cx="486410" cy="48641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730" y="1409065"/>
            <a:ext cx="486410" cy="48641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330" y="3867785"/>
            <a:ext cx="486410" cy="48641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770" y="3867785"/>
            <a:ext cx="486410" cy="48641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52705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altLang="es-ES" sz="1500" dirty="0">
                <a:latin typeface="Century Gothic" panose="020B0502020202020204" pitchFamily="34" charset="0"/>
              </a:rPr>
              <a:t>Enviar voto</a:t>
            </a:r>
            <a:endParaRPr lang="es-MX" altLang="es-ES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8"/>
          <p:cNvSpPr txBox="1"/>
          <p:nvPr/>
        </p:nvSpPr>
        <p:spPr>
          <a:xfrm>
            <a:off x="4549798" y="52443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6" name="CuadroTexto 10"/>
          <p:cNvSpPr txBox="1"/>
          <p:nvPr/>
        </p:nvSpPr>
        <p:spPr>
          <a:xfrm>
            <a:off x="5395406" y="60930"/>
            <a:ext cx="219392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Votar para diputado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17" name="Rectángulo: esquinas redondeadas 9"/>
          <p:cNvSpPr/>
          <p:nvPr/>
        </p:nvSpPr>
        <p:spPr>
          <a:xfrm>
            <a:off x="6953885" y="650875"/>
            <a:ext cx="1085215" cy="10287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: esquinas redondeadas 9"/>
          <p:cNvSpPr/>
          <p:nvPr/>
        </p:nvSpPr>
        <p:spPr>
          <a:xfrm>
            <a:off x="5815330" y="650875"/>
            <a:ext cx="1085215" cy="102870"/>
          </a:xfrm>
          <a:prstGeom prst="roundRect">
            <a:avLst/>
          </a:prstGeom>
          <a:solidFill>
            <a:schemeClr val="accent1">
              <a:lumMod val="75000"/>
              <a:alpha val="97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redondeadas 9"/>
          <p:cNvSpPr/>
          <p:nvPr/>
        </p:nvSpPr>
        <p:spPr>
          <a:xfrm>
            <a:off x="4664075" y="650875"/>
            <a:ext cx="1085215" cy="10287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CuadroTexto 10"/>
          <p:cNvSpPr txBox="1"/>
          <p:nvPr/>
        </p:nvSpPr>
        <p:spPr>
          <a:xfrm>
            <a:off x="4600386" y="816580"/>
            <a:ext cx="6178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3 / 3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  <p:sp>
        <p:nvSpPr>
          <p:cNvPr id="23" name="CuadroTexto 11"/>
          <p:cNvSpPr txBox="1"/>
          <p:nvPr/>
        </p:nvSpPr>
        <p:spPr>
          <a:xfrm>
            <a:off x="5141732" y="846267"/>
            <a:ext cx="23526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s-ES" sz="1400" dirty="0" err="1">
                <a:latin typeface="Century Gothic" panose="020B0502020202020204" pitchFamily="34" charset="0"/>
              </a:rPr>
              <a:t>Elige hasta 3 candidatos </a:t>
            </a:r>
            <a:endParaRPr lang="es-MX" altLang="es-ES" sz="1400" dirty="0">
              <a:latin typeface="Century Gothic" panose="020B0502020202020204" pitchFamily="34" charset="0"/>
            </a:endParaRPr>
          </a:p>
        </p:txBody>
      </p:sp>
      <p:sp>
        <p:nvSpPr>
          <p:cNvPr id="26" name="Rounded Rectangle 25"/>
          <p:cNvSpPr/>
          <p:nvPr>
            <p:custDataLst>
              <p:tags r:id="rId1"/>
            </p:custDataLst>
          </p:nvPr>
        </p:nvSpPr>
        <p:spPr>
          <a:xfrm>
            <a:off x="6654800" y="1435735"/>
            <a:ext cx="1694180" cy="155511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 w="1270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7" name="Group 26"/>
          <p:cNvGrpSpPr/>
          <p:nvPr>
            <p:custDataLst>
              <p:tags r:id="rId3"/>
            </p:custDataLst>
          </p:nvPr>
        </p:nvGrpSpPr>
        <p:grpSpPr>
          <a:xfrm>
            <a:off x="6654800" y="3126740"/>
            <a:ext cx="1694815" cy="521970"/>
            <a:chOff x="5328" y="5785"/>
            <a:chExt cx="2669" cy="822"/>
          </a:xfrm>
        </p:grpSpPr>
        <p:pic>
          <p:nvPicPr>
            <p:cNvPr id="28" name="Picture 2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7245" y="5785"/>
              <a:ext cx="752" cy="752"/>
            </a:xfrm>
            <a:prstGeom prst="rect">
              <a:avLst/>
            </a:prstGeom>
          </p:spPr>
        </p:pic>
        <p:sp>
          <p:nvSpPr>
            <p:cNvPr id="29" name="CuadroTexto 11"/>
            <p:cNvSpPr txBox="1"/>
            <p:nvPr>
              <p:custDataLst>
                <p:tags r:id="rId6"/>
              </p:custDataLst>
            </p:nvPr>
          </p:nvSpPr>
          <p:spPr>
            <a:xfrm>
              <a:off x="5328" y="5785"/>
              <a:ext cx="1917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altLang="es-ES" sz="1400" dirty="0" err="1">
                  <a:latin typeface="Century Gothic" panose="020B0502020202020204" pitchFamily="34" charset="0"/>
                </a:rPr>
                <a:t>Matias Diaz </a:t>
              </a:r>
              <a:endParaRPr lang="es-MX" altLang="es-ES" sz="1400" dirty="0" err="1">
                <a:latin typeface="Century Gothic" panose="020B0502020202020204" pitchFamily="34" charset="0"/>
              </a:endParaRPr>
            </a:p>
            <a:p>
              <a:r>
                <a:rPr lang="es-MX" altLang="es-ES" sz="1400" dirty="0" err="1">
                  <a:latin typeface="Century Gothic" panose="020B0502020202020204" pitchFamily="34" charset="0"/>
                </a:rPr>
                <a:t>Saldaña</a:t>
              </a:r>
              <a:endParaRPr lang="es-MX" altLang="es-ES" sz="14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4" name="Group 33"/>
          <p:cNvGrpSpPr/>
          <p:nvPr>
            <p:custDataLst>
              <p:tags r:id="rId7"/>
            </p:custDataLst>
          </p:nvPr>
        </p:nvGrpSpPr>
        <p:grpSpPr>
          <a:xfrm>
            <a:off x="6771640" y="3602990"/>
            <a:ext cx="1223010" cy="198120"/>
            <a:chOff x="14935" y="5710"/>
            <a:chExt cx="1926" cy="312"/>
          </a:xfrm>
        </p:grpSpPr>
        <p:pic>
          <p:nvPicPr>
            <p:cNvPr id="59" name="Picture 58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5981" y="5710"/>
              <a:ext cx="312" cy="312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5458" y="5710"/>
              <a:ext cx="312" cy="312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4935" y="5710"/>
              <a:ext cx="312" cy="312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6549" y="5710"/>
              <a:ext cx="312" cy="312"/>
            </a:xfrm>
            <a:prstGeom prst="rect">
              <a:avLst/>
            </a:prstGeom>
          </p:spPr>
        </p:pic>
      </p:grpSp>
      <p:grpSp>
        <p:nvGrpSpPr>
          <p:cNvPr id="35" name="Group 34"/>
          <p:cNvGrpSpPr/>
          <p:nvPr>
            <p:custDataLst>
              <p:tags r:id="rId13"/>
            </p:custDataLst>
          </p:nvPr>
        </p:nvGrpSpPr>
        <p:grpSpPr>
          <a:xfrm>
            <a:off x="4664075" y="1435735"/>
            <a:ext cx="1694180" cy="2365375"/>
            <a:chOff x="7345" y="2261"/>
            <a:chExt cx="2668" cy="3725"/>
          </a:xfrm>
        </p:grpSpPr>
        <p:sp>
          <p:nvSpPr>
            <p:cNvPr id="25" name="Rounded Rectangle 24"/>
            <p:cNvSpPr/>
            <p:nvPr>
              <p:custDataLst>
                <p:tags r:id="rId14"/>
              </p:custDataLst>
            </p:nvPr>
          </p:nvSpPr>
          <p:spPr>
            <a:xfrm>
              <a:off x="7345" y="2261"/>
              <a:ext cx="2668" cy="2449"/>
            </a:xfrm>
            <a:prstGeom prst="roundRect">
              <a:avLst/>
            </a:prstGeom>
            <a:blipFill rotWithShape="1">
              <a:blip r:embed="rId2"/>
              <a:stretch>
                <a:fillRect/>
              </a:stretch>
            </a:blipFill>
            <a:ln w="1270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7345" y="4924"/>
              <a:ext cx="2669" cy="822"/>
              <a:chOff x="5328" y="5785"/>
              <a:chExt cx="2669" cy="822"/>
            </a:xfrm>
          </p:grpSpPr>
          <p:pic>
            <p:nvPicPr>
              <p:cNvPr id="18" name="Picture 17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7245" y="5785"/>
                <a:ext cx="752" cy="752"/>
              </a:xfrm>
              <a:prstGeom prst="rect">
                <a:avLst/>
              </a:prstGeom>
            </p:spPr>
          </p:pic>
          <p:sp>
            <p:nvSpPr>
              <p:cNvPr id="19" name="CuadroTexto 1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328" y="5785"/>
                <a:ext cx="1917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Matias Diaz </a:t>
                </a:r>
                <a:endParaRPr lang="es-MX" altLang="es-ES" sz="1400" dirty="0" err="1">
                  <a:latin typeface="Century Gothic" panose="020B0502020202020204" pitchFamily="34" charset="0"/>
                </a:endParaRPr>
              </a:p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Saldaña</a:t>
                </a:r>
                <a:endParaRPr lang="es-MX" altLang="es-ES" sz="1400" dirty="0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486" y="5674"/>
              <a:ext cx="312" cy="312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963" y="5674"/>
              <a:ext cx="312" cy="312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440" y="5674"/>
              <a:ext cx="312" cy="312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054" y="5674"/>
              <a:ext cx="312" cy="312"/>
            </a:xfrm>
            <a:prstGeom prst="rect">
              <a:avLst/>
            </a:prstGeom>
          </p:spPr>
        </p:pic>
      </p:grpSp>
      <p:grpSp>
        <p:nvGrpSpPr>
          <p:cNvPr id="36" name="Group 35"/>
          <p:cNvGrpSpPr/>
          <p:nvPr>
            <p:custDataLst>
              <p:tags r:id="rId21"/>
            </p:custDataLst>
          </p:nvPr>
        </p:nvGrpSpPr>
        <p:grpSpPr>
          <a:xfrm>
            <a:off x="4664075" y="3867785"/>
            <a:ext cx="1694180" cy="2365375"/>
            <a:chOff x="7345" y="2261"/>
            <a:chExt cx="2668" cy="3725"/>
          </a:xfrm>
        </p:grpSpPr>
        <p:sp>
          <p:nvSpPr>
            <p:cNvPr id="37" name="Rounded Rectangle 36"/>
            <p:cNvSpPr/>
            <p:nvPr>
              <p:custDataLst>
                <p:tags r:id="rId22"/>
              </p:custDataLst>
            </p:nvPr>
          </p:nvSpPr>
          <p:spPr>
            <a:xfrm>
              <a:off x="7345" y="2261"/>
              <a:ext cx="2668" cy="2449"/>
            </a:xfrm>
            <a:prstGeom prst="roundRect">
              <a:avLst/>
            </a:prstGeom>
            <a:blipFill rotWithShape="1">
              <a:blip r:embed="rId2"/>
              <a:stretch>
                <a:fillRect/>
              </a:stretch>
            </a:blipFill>
            <a:ln w="1270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7345" y="4924"/>
              <a:ext cx="2669" cy="822"/>
              <a:chOff x="5328" y="5785"/>
              <a:chExt cx="2669" cy="822"/>
            </a:xfrm>
          </p:grpSpPr>
          <p:pic>
            <p:nvPicPr>
              <p:cNvPr id="39" name="Picture 38"/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7245" y="5785"/>
                <a:ext cx="752" cy="752"/>
              </a:xfrm>
              <a:prstGeom prst="rect">
                <a:avLst/>
              </a:prstGeom>
            </p:spPr>
          </p:pic>
          <p:sp>
            <p:nvSpPr>
              <p:cNvPr id="40" name="CuadroTexto 11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5328" y="5785"/>
                <a:ext cx="1917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Matias Diaz </a:t>
                </a:r>
                <a:endParaRPr lang="es-MX" altLang="es-ES" sz="1400" dirty="0" err="1">
                  <a:latin typeface="Century Gothic" panose="020B0502020202020204" pitchFamily="34" charset="0"/>
                </a:endParaRPr>
              </a:p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Saldaña</a:t>
                </a:r>
                <a:endParaRPr lang="es-MX" altLang="es-ES" sz="1400" dirty="0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86" y="5674"/>
              <a:ext cx="312" cy="312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63" y="5674"/>
              <a:ext cx="312" cy="312"/>
            </a:xfrm>
            <a:prstGeom prst="rect">
              <a:avLst/>
            </a:prstGeom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" y="5674"/>
              <a:ext cx="312" cy="312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54" y="5674"/>
              <a:ext cx="312" cy="312"/>
            </a:xfrm>
            <a:prstGeom prst="rect">
              <a:avLst/>
            </a:prstGeom>
          </p:spPr>
        </p:pic>
      </p:grpSp>
      <p:grpSp>
        <p:nvGrpSpPr>
          <p:cNvPr id="45" name="Group 44"/>
          <p:cNvGrpSpPr/>
          <p:nvPr>
            <p:custDataLst>
              <p:tags r:id="rId25"/>
            </p:custDataLst>
          </p:nvPr>
        </p:nvGrpSpPr>
        <p:grpSpPr>
          <a:xfrm>
            <a:off x="6655435" y="3867785"/>
            <a:ext cx="1694180" cy="2365375"/>
            <a:chOff x="7345" y="2261"/>
            <a:chExt cx="2668" cy="3725"/>
          </a:xfrm>
        </p:grpSpPr>
        <p:sp>
          <p:nvSpPr>
            <p:cNvPr id="46" name="Rounded Rectangle 45"/>
            <p:cNvSpPr/>
            <p:nvPr>
              <p:custDataLst>
                <p:tags r:id="rId26"/>
              </p:custDataLst>
            </p:nvPr>
          </p:nvSpPr>
          <p:spPr>
            <a:xfrm>
              <a:off x="7345" y="2261"/>
              <a:ext cx="2668" cy="2449"/>
            </a:xfrm>
            <a:prstGeom prst="roundRect">
              <a:avLst/>
            </a:prstGeom>
            <a:blipFill rotWithShape="1">
              <a:blip r:embed="rId2"/>
              <a:stretch>
                <a:fillRect/>
              </a:stretch>
            </a:blipFill>
            <a:ln w="1270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7345" y="4924"/>
              <a:ext cx="2669" cy="822"/>
              <a:chOff x="5328" y="5785"/>
              <a:chExt cx="2669" cy="822"/>
            </a:xfrm>
          </p:grpSpPr>
          <p:pic>
            <p:nvPicPr>
              <p:cNvPr id="48" name="Picture 47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7245" y="5785"/>
                <a:ext cx="752" cy="752"/>
              </a:xfrm>
              <a:prstGeom prst="rect">
                <a:avLst/>
              </a:prstGeom>
            </p:spPr>
          </p:pic>
          <p:sp>
            <p:nvSpPr>
              <p:cNvPr id="49" name="CuadroTexto 11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5328" y="5785"/>
                <a:ext cx="1917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Matias Diaz </a:t>
                </a:r>
                <a:endParaRPr lang="es-MX" altLang="es-ES" sz="1400" dirty="0" err="1">
                  <a:latin typeface="Century Gothic" panose="020B0502020202020204" pitchFamily="34" charset="0"/>
                </a:endParaRPr>
              </a:p>
              <a:p>
                <a:r>
                  <a:rPr lang="es-MX" altLang="es-ES" sz="1400" dirty="0" err="1">
                    <a:latin typeface="Century Gothic" panose="020B0502020202020204" pitchFamily="34" charset="0"/>
                  </a:rPr>
                  <a:t>Saldaña</a:t>
                </a:r>
                <a:endParaRPr lang="es-MX" altLang="es-ES" sz="1400" dirty="0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86" y="5674"/>
              <a:ext cx="312" cy="312"/>
            </a:xfrm>
            <a:prstGeom prst="rect">
              <a:avLst/>
            </a:prstGeom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63" y="5674"/>
              <a:ext cx="312" cy="312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" y="5674"/>
              <a:ext cx="312" cy="312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54" y="5674"/>
              <a:ext cx="312" cy="312"/>
            </a:xfrm>
            <a:prstGeom prst="rect">
              <a:avLst/>
            </a:prstGeom>
          </p:spPr>
        </p:pic>
      </p:grpSp>
      <p:pic>
        <p:nvPicPr>
          <p:cNvPr id="56" name="Picture 55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5815330" y="1409065"/>
            <a:ext cx="486410" cy="48641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872730" y="1409065"/>
            <a:ext cx="486410" cy="48641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5815330" y="3867785"/>
            <a:ext cx="486410" cy="48641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938770" y="3867785"/>
            <a:ext cx="486410" cy="486410"/>
          </a:xfrm>
          <a:prstGeom prst="rect">
            <a:avLst/>
          </a:prstGeom>
        </p:spPr>
      </p:pic>
      <p:sp>
        <p:nvSpPr>
          <p:cNvPr id="58" name="CuadroTexto 10"/>
          <p:cNvSpPr txBox="1"/>
          <p:nvPr/>
        </p:nvSpPr>
        <p:spPr>
          <a:xfrm>
            <a:off x="4691191" y="1071850"/>
            <a:ext cx="16668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altLang="es-ES" sz="1600" b="1" dirty="0" err="1">
                <a:latin typeface="Century Gothic" panose="020B0502020202020204" pitchFamily="34" charset="0"/>
              </a:rPr>
              <a:t>Escogidos 1 / 3</a:t>
            </a:r>
            <a:endParaRPr lang="es-MX" altLang="es-ES" sz="16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32619" y="323563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841763" y="3698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832618" y="416802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841763" y="4658757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755900" y="1301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latin typeface="Arial Rounded MT Bold" panose="020F0704030504030204" charset="0"/>
                <a:cs typeface="Arial Rounded MT Bold" panose="020F0704030504030204" charset="0"/>
              </a:rPr>
              <a:t>diseño de la aplicacion</a:t>
            </a:r>
            <a:endParaRPr lang="es-MX" altLang="en-US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882900" y="2033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latin typeface="Arial Rounded MT Bold" panose="020F0704030504030204" charset="0"/>
                <a:cs typeface="Arial Rounded MT Bold" panose="020F0704030504030204" charset="0"/>
              </a:rPr>
              <a:t>creacion de codigo</a:t>
            </a:r>
            <a:endParaRPr lang="es-MX" altLang="en-US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017395" y="27666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latin typeface="Arial Rounded MT Bold" panose="020F0704030504030204" charset="0"/>
                <a:cs typeface="Arial Rounded MT Bold" panose="020F0704030504030204" charset="0"/>
              </a:rPr>
              <a:t>primeras pruebas x el cliente (playstore)</a:t>
            </a:r>
            <a:endParaRPr lang="es-MX" altLang="en-US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755900" y="3656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latin typeface="Arial Rounded MT Bold" panose="020F0704030504030204" charset="0"/>
                <a:cs typeface="Arial Rounded MT Bold" panose="020F0704030504030204" charset="0"/>
              </a:rPr>
              <a:t>virtual correcciones y mejoras</a:t>
            </a:r>
            <a:endParaRPr lang="es-MX" altLang="en-US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882900" y="4290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latin typeface="Arial Rounded MT Bold" panose="020F0704030504030204" charset="0"/>
                <a:cs typeface="Arial Rounded MT Bold" panose="020F0704030504030204" charset="0"/>
              </a:rPr>
              <a:t>entrega del producto</a:t>
            </a:r>
            <a:endParaRPr lang="es-MX" altLang="en-US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56" name="Picture 5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3745" y="664845"/>
            <a:ext cx="486410" cy="486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80050" y="1183005"/>
            <a:ext cx="486410" cy="48641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3354"/>
            <a:ext cx="12192000" cy="6251291"/>
          </a:xfrm>
          <a:prstGeom prst="rect">
            <a:avLst/>
          </a:prstGeom>
        </p:spPr>
      </p:pic>
      <p:sp>
        <p:nvSpPr>
          <p:cNvPr id="4" name="Rectángulo: esquinas redondeadas 3"/>
          <p:cNvSpPr/>
          <p:nvPr/>
        </p:nvSpPr>
        <p:spPr>
          <a:xfrm>
            <a:off x="3097162" y="617682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GRAFICAR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50982" y="5809673"/>
            <a:ext cx="2318327" cy="23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/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/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8130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textoooo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Mod21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  <a:endParaRPr lang="es-PE" dirty="0"/>
          </a:p>
        </p:txBody>
      </p:sp>
      <p:sp>
        <p:nvSpPr>
          <p:cNvPr id="8" name="Rectángulo: esquinas redondeadas 7"/>
          <p:cNvSpPr/>
          <p:nvPr/>
        </p:nvSpPr>
        <p:spPr>
          <a:xfrm>
            <a:off x="477543" y="2563862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77543" y="281678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  <a:endParaRPr lang="es-PE" dirty="0">
              <a:latin typeface="FontAwesome" pitchFamily="2" charset="0"/>
            </a:endParaRPr>
          </a:p>
        </p:txBody>
      </p:sp>
      <p:sp>
        <p:nvSpPr>
          <p:cNvPr id="10" name="Rectángulo: esquinas redondeadas 9"/>
          <p:cNvSpPr/>
          <p:nvPr/>
        </p:nvSpPr>
        <p:spPr>
          <a:xfrm>
            <a:off x="477543" y="2002580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/>
          <p:cNvSpPr txBox="1"/>
          <p:nvPr/>
        </p:nvSpPr>
        <p:spPr>
          <a:xfrm>
            <a:off x="268228" y="1409035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latin typeface="Century Gothic" panose="020B0502020202020204" pitchFamily="34" charset="0"/>
              </a:rPr>
              <a:t>nostra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dignissim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cursus</a:t>
            </a:r>
            <a:r>
              <a:rPr lang="es-ES" sz="1600" b="1" dirty="0">
                <a:latin typeface="Century Gothic" panose="020B0502020202020204" pitchFamily="34" charset="0"/>
              </a:rPr>
              <a:t> </a:t>
            </a:r>
            <a:r>
              <a:rPr lang="es-ES" sz="1600" b="1" dirty="0" err="1">
                <a:latin typeface="Century Gothic" panose="020B0502020202020204" pitchFamily="34" charset="0"/>
              </a:rPr>
              <a:t>congue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2087" y="8462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nostra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dignissim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cursus</a:t>
            </a:r>
            <a:r>
              <a:rPr lang="es-ES" sz="1400" dirty="0">
                <a:latin typeface="Century Gothic" panose="020B0502020202020204" pitchFamily="34" charset="0"/>
              </a:rPr>
              <a:t> </a:t>
            </a:r>
            <a:r>
              <a:rPr lang="es-ES" sz="1400" dirty="0" err="1">
                <a:latin typeface="Century Gothic" panose="020B0502020202020204" pitchFamily="34" charset="0"/>
              </a:rPr>
              <a:t>congue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93493" y="278892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  <a:endParaRPr lang="es-PE" dirty="0">
              <a:latin typeface="FontAwesome" pitchFamily="2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a 14"/>
          <p:cNvGraphicFramePr>
            <a:graphicFrameLocks noGrp="1"/>
          </p:cNvGraphicFramePr>
          <p:nvPr/>
        </p:nvGraphicFramePr>
        <p:xfrm>
          <a:off x="4553194" y="485161"/>
          <a:ext cx="391870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086"/>
                <a:gridCol w="3330617"/>
              </a:tblGrid>
              <a:tr h="370840">
                <a:tc>
                  <a:txBody>
                    <a:bodyPr/>
                    <a:lstStyle/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xxx</a:t>
                      </a:r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pt-BR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endParaRPr lang="es-PE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xxxx</a:t>
                      </a: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xxx</a:t>
                      </a: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PE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xxxx</a:t>
                      </a: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pt-BR" sz="1200" b="0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s-P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32619" y="323563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841763" y="3698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832618" y="416802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841763" y="4658757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8130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textoooo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Mod21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32619" y="323563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841763" y="3698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832618" y="416802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841763" y="4658757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646242" y="1130556"/>
            <a:ext cx="8130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textoooo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Mod21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32619" y="323563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841763" y="3698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832618" y="416802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841763" y="4658757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32619" y="323563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841763" y="3698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832618" y="416802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841763" y="4658757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32619" y="323563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841763" y="3698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832618" y="416802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841763" y="4658757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32619" y="323563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841763" y="3698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832618" y="416802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841763" y="4658757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chemeClr val="bg1"/>
                </a:solidFill>
              </a:rPr>
              <a:t>LIMA</a:t>
            </a:r>
            <a:endParaRPr lang="es-PE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3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4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5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6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7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8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9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0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1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2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3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4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5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6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7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8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19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0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1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2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3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4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5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6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7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8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29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30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ags/tag31.xml><?xml version="1.0" encoding="utf-8"?>
<p:tagLst xmlns:p="http://schemas.openxmlformats.org/presentationml/2006/main">
  <p:tag name="KSO_WM_DIAGRAM_VIRTUALLY_FRAME" val="{&quot;height&quot;:379.85,&quot;left&quot;:367.25,&quot;top&quot;:110.95,&quot;width&quot;:296.15}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14670</Words>
  <Application>WPS Presentation</Application>
  <PresentationFormat>Panorámica</PresentationFormat>
  <Paragraphs>2582</Paragraphs>
  <Slides>108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108</vt:i4>
      </vt:variant>
    </vt:vector>
  </HeadingPairs>
  <TitlesOfParts>
    <vt:vector size="124" baseType="lpstr">
      <vt:lpstr>Arial</vt:lpstr>
      <vt:lpstr>SimSun</vt:lpstr>
      <vt:lpstr>Wingdings</vt:lpstr>
      <vt:lpstr>Century Gothic</vt:lpstr>
      <vt:lpstr>FontAwesome</vt:lpstr>
      <vt:lpstr>Times New Roman</vt:lpstr>
      <vt:lpstr>Calibri</vt:lpstr>
      <vt:lpstr>Microsoft YaHei</vt:lpstr>
      <vt:lpstr>Arial Unicode MS</vt:lpstr>
      <vt:lpstr>Calibri Light</vt:lpstr>
      <vt:lpstr>Arial Narrow</vt:lpstr>
      <vt:lpstr>Aptos Narrow</vt:lpstr>
      <vt:lpstr>Segoe UI Variable Display</vt:lpstr>
      <vt:lpstr>Arial Rounded MT Bold</vt:lpstr>
      <vt:lpstr>Tema de Office</vt:lpstr>
      <vt:lpstr>1_Tema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MURO</vt:lpstr>
      <vt:lpstr>PowerPoint 演示文稿</vt:lpstr>
      <vt:lpstr>PowerPoint 演示文稿</vt:lpstr>
      <vt:lpstr>PowerPoint 演示文稿</vt:lpstr>
      <vt:lpstr>PowerPoint 演示文稿</vt:lpstr>
      <vt:lpstr>LOGIN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user</cp:lastModifiedBy>
  <cp:revision>159</cp:revision>
  <dcterms:created xsi:type="dcterms:W3CDTF">2025-06-06T09:47:00Z</dcterms:created>
  <dcterms:modified xsi:type="dcterms:W3CDTF">2026-02-26T18:36:55Z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3244A6888D7A4158B51FC88033441261_12</vt:lpwstr>
  </property>
  <property fmtid="{D5CDD505-2E9C-101B-9397-08002B2CF9AE}" pid="3" name="KSOProductBuildVer">
    <vt:lpwstr>1033-12.2.0.23196</vt:lpwstr>
  </property>
</Properties>
</file>